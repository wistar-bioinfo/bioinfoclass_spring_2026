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29"/>
  </p:notesMasterIdLst>
  <p:sldIdLst>
    <p:sldId id="2869" r:id="rId5"/>
    <p:sldId id="2872" r:id="rId6"/>
    <p:sldId id="2879" r:id="rId7"/>
    <p:sldId id="2880" r:id="rId8"/>
    <p:sldId id="2882" r:id="rId9"/>
    <p:sldId id="256" r:id="rId10"/>
    <p:sldId id="257" r:id="rId11"/>
    <p:sldId id="273" r:id="rId12"/>
    <p:sldId id="272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4" r:id="rId23"/>
    <p:sldId id="285" r:id="rId24"/>
    <p:sldId id="286" r:id="rId25"/>
    <p:sldId id="287" r:id="rId26"/>
    <p:sldId id="288" r:id="rId27"/>
    <p:sldId id="2881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4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6B07EF-B0E9-9842-8901-7C6E955F2168}" v="51" dt="2025-03-18T17:34:20.1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005"/>
    <p:restoredTop sz="96301"/>
  </p:normalViewPr>
  <p:slideViewPr>
    <p:cSldViewPr snapToGrid="0" snapToObjects="1">
      <p:cViewPr varScale="1">
        <p:scale>
          <a:sx n="65" d="100"/>
          <a:sy n="65" d="100"/>
        </p:scale>
        <p:origin x="232" y="1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zef Madzo" userId="8e8aa83b-bc29-4ece-8810-0428fc0dfb88" providerId="ADAL" clId="{F86B07EF-B0E9-9842-8901-7C6E955F2168}"/>
    <pc:docChg chg="undo custSel addSld delSld modSld sldOrd modMainMaster">
      <pc:chgData name="Jozef Madzo" userId="8e8aa83b-bc29-4ece-8810-0428fc0dfb88" providerId="ADAL" clId="{F86B07EF-B0E9-9842-8901-7C6E955F2168}" dt="2025-03-18T17:40:23.968" v="383" actId="2711"/>
      <pc:docMkLst>
        <pc:docMk/>
      </pc:docMkLst>
      <pc:sldChg chg="addSp delSp modSp add mod ord setBg">
        <pc:chgData name="Jozef Madzo" userId="8e8aa83b-bc29-4ece-8810-0428fc0dfb88" providerId="ADAL" clId="{F86B07EF-B0E9-9842-8901-7C6E955F2168}" dt="2025-03-18T17:40:23.968" v="383" actId="2711"/>
        <pc:sldMkLst>
          <pc:docMk/>
          <pc:sldMk cId="3065955566" sldId="256"/>
        </pc:sldMkLst>
        <pc:spChg chg="mod">
          <ac:chgData name="Jozef Madzo" userId="8e8aa83b-bc29-4ece-8810-0428fc0dfb88" providerId="ADAL" clId="{F86B07EF-B0E9-9842-8901-7C6E955F2168}" dt="2025-03-18T17:40:23.968" v="383" actId="2711"/>
          <ac:spMkLst>
            <pc:docMk/>
            <pc:sldMk cId="3065955566" sldId="256"/>
            <ac:spMk id="2" creationId="{00000000-0000-0000-0000-000000000000}"/>
          </ac:spMkLst>
        </pc:spChg>
        <pc:spChg chg="add del mod">
          <ac:chgData name="Jozef Madzo" userId="8e8aa83b-bc29-4ece-8810-0428fc0dfb88" providerId="ADAL" clId="{F86B07EF-B0E9-9842-8901-7C6E955F2168}" dt="2025-03-18T17:12:26.207" v="90"/>
          <ac:spMkLst>
            <pc:docMk/>
            <pc:sldMk cId="3065955566" sldId="256"/>
            <ac:spMk id="3" creationId="{A5F5D9D6-1E3A-8F2C-DCF3-C95969DF61BB}"/>
          </ac:spMkLst>
        </pc:spChg>
      </pc:sldChg>
      <pc:sldChg chg="add">
        <pc:chgData name="Jozef Madzo" userId="8e8aa83b-bc29-4ece-8810-0428fc0dfb88" providerId="ADAL" clId="{F86B07EF-B0E9-9842-8901-7C6E955F2168}" dt="2025-03-18T17:14:01.880" v="103"/>
        <pc:sldMkLst>
          <pc:docMk/>
          <pc:sldMk cId="2890028509" sldId="257"/>
        </pc:sldMkLst>
      </pc:sldChg>
      <pc:sldChg chg="modSp add mod">
        <pc:chgData name="Jozef Madzo" userId="8e8aa83b-bc29-4ece-8810-0428fc0dfb88" providerId="ADAL" clId="{F86B07EF-B0E9-9842-8901-7C6E955F2168}" dt="2025-03-18T17:34:42.495" v="372" actId="207"/>
        <pc:sldMkLst>
          <pc:docMk/>
          <pc:sldMk cId="1489872567" sldId="272"/>
        </pc:sldMkLst>
        <pc:spChg chg="mod">
          <ac:chgData name="Jozef Madzo" userId="8e8aa83b-bc29-4ece-8810-0428fc0dfb88" providerId="ADAL" clId="{F86B07EF-B0E9-9842-8901-7C6E955F2168}" dt="2025-03-18T17:34:42.495" v="372" actId="207"/>
          <ac:spMkLst>
            <pc:docMk/>
            <pc:sldMk cId="1489872567" sldId="272"/>
            <ac:spMk id="5" creationId="{00000000-0000-0000-0000-000000000000}"/>
          </ac:spMkLst>
        </pc:spChg>
      </pc:sldChg>
      <pc:sldChg chg="modSp add del mod">
        <pc:chgData name="Jozef Madzo" userId="8e8aa83b-bc29-4ece-8810-0428fc0dfb88" providerId="ADAL" clId="{F86B07EF-B0E9-9842-8901-7C6E955F2168}" dt="2025-03-18T17:34:47.024" v="373" actId="207"/>
        <pc:sldMkLst>
          <pc:docMk/>
          <pc:sldMk cId="168279509" sldId="273"/>
        </pc:sldMkLst>
        <pc:spChg chg="mod">
          <ac:chgData name="Jozef Madzo" userId="8e8aa83b-bc29-4ece-8810-0428fc0dfb88" providerId="ADAL" clId="{F86B07EF-B0E9-9842-8901-7C6E955F2168}" dt="2025-03-18T17:14:48.610" v="113" actId="1076"/>
          <ac:spMkLst>
            <pc:docMk/>
            <pc:sldMk cId="168279509" sldId="273"/>
            <ac:spMk id="2" creationId="{00000000-0000-0000-0000-000000000000}"/>
          </ac:spMkLst>
        </pc:spChg>
        <pc:spChg chg="mod">
          <ac:chgData name="Jozef Madzo" userId="8e8aa83b-bc29-4ece-8810-0428fc0dfb88" providerId="ADAL" clId="{F86B07EF-B0E9-9842-8901-7C6E955F2168}" dt="2025-03-18T17:34:47.024" v="373" actId="207"/>
          <ac:spMkLst>
            <pc:docMk/>
            <pc:sldMk cId="168279509" sldId="273"/>
            <ac:spMk id="4" creationId="{00000000-0000-0000-0000-000000000000}"/>
          </ac:spMkLst>
        </pc:spChg>
        <pc:spChg chg="mod">
          <ac:chgData name="Jozef Madzo" userId="8e8aa83b-bc29-4ece-8810-0428fc0dfb88" providerId="ADAL" clId="{F86B07EF-B0E9-9842-8901-7C6E955F2168}" dt="2025-03-18T17:14:52.974" v="114" actId="1076"/>
          <ac:spMkLst>
            <pc:docMk/>
            <pc:sldMk cId="168279509" sldId="273"/>
            <ac:spMk id="6" creationId="{00000000-0000-0000-0000-000000000000}"/>
          </ac:spMkLst>
        </pc:spChg>
      </pc:sldChg>
      <pc:sldChg chg="addSp modSp add mod">
        <pc:chgData name="Jozef Madzo" userId="8e8aa83b-bc29-4ece-8810-0428fc0dfb88" providerId="ADAL" clId="{F86B07EF-B0E9-9842-8901-7C6E955F2168}" dt="2025-03-18T17:34:36.171" v="371" actId="1076"/>
        <pc:sldMkLst>
          <pc:docMk/>
          <pc:sldMk cId="1983603897" sldId="274"/>
        </pc:sldMkLst>
        <pc:spChg chg="add mod">
          <ac:chgData name="Jozef Madzo" userId="8e8aa83b-bc29-4ece-8810-0428fc0dfb88" providerId="ADAL" clId="{F86B07EF-B0E9-9842-8901-7C6E955F2168}" dt="2025-03-18T17:34:36.171" v="371" actId="1076"/>
          <ac:spMkLst>
            <pc:docMk/>
            <pc:sldMk cId="1983603897" sldId="274"/>
            <ac:spMk id="2" creationId="{500B5576-066E-26A5-A514-F0B6CDB87CC2}"/>
          </ac:spMkLst>
        </pc:spChg>
        <pc:spChg chg="mod">
          <ac:chgData name="Jozef Madzo" userId="8e8aa83b-bc29-4ece-8810-0428fc0dfb88" providerId="ADAL" clId="{F86B07EF-B0E9-9842-8901-7C6E955F2168}" dt="2025-03-18T17:34:32.825" v="370" actId="1076"/>
          <ac:spMkLst>
            <pc:docMk/>
            <pc:sldMk cId="1983603897" sldId="274"/>
            <ac:spMk id="5" creationId="{00000000-0000-0000-0000-000000000000}"/>
          </ac:spMkLst>
        </pc:spChg>
      </pc:sldChg>
      <pc:sldChg chg="modSp add mod">
        <pc:chgData name="Jozef Madzo" userId="8e8aa83b-bc29-4ece-8810-0428fc0dfb88" providerId="ADAL" clId="{F86B07EF-B0E9-9842-8901-7C6E955F2168}" dt="2025-03-18T17:34:06.599" v="365" actId="1076"/>
        <pc:sldMkLst>
          <pc:docMk/>
          <pc:sldMk cId="393838671" sldId="275"/>
        </pc:sldMkLst>
        <pc:spChg chg="mod">
          <ac:chgData name="Jozef Madzo" userId="8e8aa83b-bc29-4ece-8810-0428fc0dfb88" providerId="ADAL" clId="{F86B07EF-B0E9-9842-8901-7C6E955F2168}" dt="2025-03-18T17:34:06.599" v="365" actId="1076"/>
          <ac:spMkLst>
            <pc:docMk/>
            <pc:sldMk cId="393838671" sldId="275"/>
            <ac:spMk id="5" creationId="{00000000-0000-0000-0000-000000000000}"/>
          </ac:spMkLst>
        </pc:spChg>
        <pc:spChg chg="mod">
          <ac:chgData name="Jozef Madzo" userId="8e8aa83b-bc29-4ece-8810-0428fc0dfb88" providerId="ADAL" clId="{F86B07EF-B0E9-9842-8901-7C6E955F2168}" dt="2025-03-18T17:33:58.531" v="361" actId="1076"/>
          <ac:spMkLst>
            <pc:docMk/>
            <pc:sldMk cId="393838671" sldId="275"/>
            <ac:spMk id="7" creationId="{00000000-0000-0000-0000-000000000000}"/>
          </ac:spMkLst>
        </pc:spChg>
      </pc:sldChg>
      <pc:sldChg chg="addSp delSp modSp add mod">
        <pc:chgData name="Jozef Madzo" userId="8e8aa83b-bc29-4ece-8810-0428fc0dfb88" providerId="ADAL" clId="{F86B07EF-B0E9-9842-8901-7C6E955F2168}" dt="2025-03-18T17:33:44.289" v="357" actId="1076"/>
        <pc:sldMkLst>
          <pc:docMk/>
          <pc:sldMk cId="1718359705" sldId="276"/>
        </pc:sldMkLst>
        <pc:spChg chg="add mod">
          <ac:chgData name="Jozef Madzo" userId="8e8aa83b-bc29-4ece-8810-0428fc0dfb88" providerId="ADAL" clId="{F86B07EF-B0E9-9842-8901-7C6E955F2168}" dt="2025-03-18T17:33:44.289" v="357" actId="1076"/>
          <ac:spMkLst>
            <pc:docMk/>
            <pc:sldMk cId="1718359705" sldId="276"/>
            <ac:spMk id="3" creationId="{2FAF206F-61E5-07B2-3F06-850762A1510A}"/>
          </ac:spMkLst>
        </pc:spChg>
        <pc:spChg chg="add mod">
          <ac:chgData name="Jozef Madzo" userId="8e8aa83b-bc29-4ece-8810-0428fc0dfb88" providerId="ADAL" clId="{F86B07EF-B0E9-9842-8901-7C6E955F2168}" dt="2025-03-18T17:33:42.033" v="356" actId="1076"/>
          <ac:spMkLst>
            <pc:docMk/>
            <pc:sldMk cId="1718359705" sldId="276"/>
            <ac:spMk id="5" creationId="{B05D6B4E-FECF-8A37-FB70-EBCC8D9E9A2D}"/>
          </ac:spMkLst>
        </pc:spChg>
        <pc:spChg chg="add del mod">
          <ac:chgData name="Jozef Madzo" userId="8e8aa83b-bc29-4ece-8810-0428fc0dfb88" providerId="ADAL" clId="{F86B07EF-B0E9-9842-8901-7C6E955F2168}" dt="2025-03-18T17:33:37.745" v="354" actId="1076"/>
          <ac:spMkLst>
            <pc:docMk/>
            <pc:sldMk cId="1718359705" sldId="276"/>
            <ac:spMk id="7" creationId="{00000000-0000-0000-0000-000000000000}"/>
          </ac:spMkLst>
        </pc:spChg>
      </pc:sldChg>
      <pc:sldChg chg="addSp delSp modSp add mod">
        <pc:chgData name="Jozef Madzo" userId="8e8aa83b-bc29-4ece-8810-0428fc0dfb88" providerId="ADAL" clId="{F86B07EF-B0E9-9842-8901-7C6E955F2168}" dt="2025-03-18T17:33:21.594" v="348"/>
        <pc:sldMkLst>
          <pc:docMk/>
          <pc:sldMk cId="109578484" sldId="277"/>
        </pc:sldMkLst>
        <pc:spChg chg="add mod">
          <ac:chgData name="Jozef Madzo" userId="8e8aa83b-bc29-4ece-8810-0428fc0dfb88" providerId="ADAL" clId="{F86B07EF-B0E9-9842-8901-7C6E955F2168}" dt="2025-03-18T17:33:21.594" v="348"/>
          <ac:spMkLst>
            <pc:docMk/>
            <pc:sldMk cId="109578484" sldId="277"/>
            <ac:spMk id="2" creationId="{67748DA9-4162-3DDC-FF61-B19805E97408}"/>
          </ac:spMkLst>
        </pc:spChg>
        <pc:spChg chg="add mod">
          <ac:chgData name="Jozef Madzo" userId="8e8aa83b-bc29-4ece-8810-0428fc0dfb88" providerId="ADAL" clId="{F86B07EF-B0E9-9842-8901-7C6E955F2168}" dt="2025-03-18T17:33:21.594" v="348"/>
          <ac:spMkLst>
            <pc:docMk/>
            <pc:sldMk cId="109578484" sldId="277"/>
            <ac:spMk id="5" creationId="{FE9B1165-3358-ADE6-D600-B1CCF7B15F96}"/>
          </ac:spMkLst>
        </pc:spChg>
        <pc:spChg chg="del">
          <ac:chgData name="Jozef Madzo" userId="8e8aa83b-bc29-4ece-8810-0428fc0dfb88" providerId="ADAL" clId="{F86B07EF-B0E9-9842-8901-7C6E955F2168}" dt="2025-03-18T17:33:21.070" v="347" actId="478"/>
          <ac:spMkLst>
            <pc:docMk/>
            <pc:sldMk cId="109578484" sldId="277"/>
            <ac:spMk id="7" creationId="{00000000-0000-0000-0000-000000000000}"/>
          </ac:spMkLst>
        </pc:spChg>
      </pc:sldChg>
      <pc:sldChg chg="addSp delSp modSp add mod">
        <pc:chgData name="Jozef Madzo" userId="8e8aa83b-bc29-4ece-8810-0428fc0dfb88" providerId="ADAL" clId="{F86B07EF-B0E9-9842-8901-7C6E955F2168}" dt="2025-03-18T17:33:14.711" v="346"/>
        <pc:sldMkLst>
          <pc:docMk/>
          <pc:sldMk cId="978999645" sldId="278"/>
        </pc:sldMkLst>
        <pc:spChg chg="add mod">
          <ac:chgData name="Jozef Madzo" userId="8e8aa83b-bc29-4ece-8810-0428fc0dfb88" providerId="ADAL" clId="{F86B07EF-B0E9-9842-8901-7C6E955F2168}" dt="2025-03-18T17:33:14.711" v="346"/>
          <ac:spMkLst>
            <pc:docMk/>
            <pc:sldMk cId="978999645" sldId="278"/>
            <ac:spMk id="2" creationId="{2863D470-0C09-8494-5529-0761B7A552D5}"/>
          </ac:spMkLst>
        </pc:spChg>
        <pc:spChg chg="add mod">
          <ac:chgData name="Jozef Madzo" userId="8e8aa83b-bc29-4ece-8810-0428fc0dfb88" providerId="ADAL" clId="{F86B07EF-B0E9-9842-8901-7C6E955F2168}" dt="2025-03-18T17:33:14.711" v="346"/>
          <ac:spMkLst>
            <pc:docMk/>
            <pc:sldMk cId="978999645" sldId="278"/>
            <ac:spMk id="5" creationId="{C33C7F18-49AE-BED7-EDB2-63C881CFE7CB}"/>
          </ac:spMkLst>
        </pc:spChg>
        <pc:spChg chg="del mod">
          <ac:chgData name="Jozef Madzo" userId="8e8aa83b-bc29-4ece-8810-0428fc0dfb88" providerId="ADAL" clId="{F86B07EF-B0E9-9842-8901-7C6E955F2168}" dt="2025-03-18T17:33:13.822" v="345" actId="478"/>
          <ac:spMkLst>
            <pc:docMk/>
            <pc:sldMk cId="978999645" sldId="278"/>
            <ac:spMk id="7" creationId="{00000000-0000-0000-0000-000000000000}"/>
          </ac:spMkLst>
        </pc:spChg>
      </pc:sldChg>
      <pc:sldChg chg="addSp delSp modSp add mod">
        <pc:chgData name="Jozef Madzo" userId="8e8aa83b-bc29-4ece-8810-0428fc0dfb88" providerId="ADAL" clId="{F86B07EF-B0E9-9842-8901-7C6E955F2168}" dt="2025-03-18T17:32:56.328" v="343"/>
        <pc:sldMkLst>
          <pc:docMk/>
          <pc:sldMk cId="1924671396" sldId="279"/>
        </pc:sldMkLst>
        <pc:spChg chg="add mod">
          <ac:chgData name="Jozef Madzo" userId="8e8aa83b-bc29-4ece-8810-0428fc0dfb88" providerId="ADAL" clId="{F86B07EF-B0E9-9842-8901-7C6E955F2168}" dt="2025-03-18T17:32:56.328" v="343"/>
          <ac:spMkLst>
            <pc:docMk/>
            <pc:sldMk cId="1924671396" sldId="279"/>
            <ac:spMk id="2" creationId="{400D9C6B-5EE4-C22D-4B7E-693C57CBADD6}"/>
          </ac:spMkLst>
        </pc:spChg>
        <pc:spChg chg="add del mod">
          <ac:chgData name="Jozef Madzo" userId="8e8aa83b-bc29-4ece-8810-0428fc0dfb88" providerId="ADAL" clId="{F86B07EF-B0E9-9842-8901-7C6E955F2168}" dt="2025-03-18T17:32:55.006" v="342" actId="1076"/>
          <ac:spMkLst>
            <pc:docMk/>
            <pc:sldMk cId="1924671396" sldId="279"/>
            <ac:spMk id="7" creationId="{00000000-0000-0000-0000-000000000000}"/>
          </ac:spMkLst>
        </pc:spChg>
      </pc:sldChg>
      <pc:sldChg chg="addSp delSp modSp add mod">
        <pc:chgData name="Jozef Madzo" userId="8e8aa83b-bc29-4ece-8810-0428fc0dfb88" providerId="ADAL" clId="{F86B07EF-B0E9-9842-8901-7C6E955F2168}" dt="2025-03-18T17:32:38.573" v="337"/>
        <pc:sldMkLst>
          <pc:docMk/>
          <pc:sldMk cId="1544759941" sldId="280"/>
        </pc:sldMkLst>
        <pc:spChg chg="add mod">
          <ac:chgData name="Jozef Madzo" userId="8e8aa83b-bc29-4ece-8810-0428fc0dfb88" providerId="ADAL" clId="{F86B07EF-B0E9-9842-8901-7C6E955F2168}" dt="2025-03-18T17:32:38.573" v="337"/>
          <ac:spMkLst>
            <pc:docMk/>
            <pc:sldMk cId="1544759941" sldId="280"/>
            <ac:spMk id="2" creationId="{11AC2A07-4E8E-4996-85C5-E15AF5F74A4C}"/>
          </ac:spMkLst>
        </pc:spChg>
        <pc:spChg chg="del">
          <ac:chgData name="Jozef Madzo" userId="8e8aa83b-bc29-4ece-8810-0428fc0dfb88" providerId="ADAL" clId="{F86B07EF-B0E9-9842-8901-7C6E955F2168}" dt="2025-03-18T17:32:38.105" v="336" actId="478"/>
          <ac:spMkLst>
            <pc:docMk/>
            <pc:sldMk cId="1544759941" sldId="280"/>
            <ac:spMk id="7" creationId="{00000000-0000-0000-0000-000000000000}"/>
          </ac:spMkLst>
        </pc:spChg>
      </pc:sldChg>
      <pc:sldChg chg="addSp delSp modSp add mod">
        <pc:chgData name="Jozef Madzo" userId="8e8aa83b-bc29-4ece-8810-0428fc0dfb88" providerId="ADAL" clId="{F86B07EF-B0E9-9842-8901-7C6E955F2168}" dt="2025-03-18T17:32:27.607" v="333"/>
        <pc:sldMkLst>
          <pc:docMk/>
          <pc:sldMk cId="95379106" sldId="281"/>
        </pc:sldMkLst>
        <pc:spChg chg="add mod">
          <ac:chgData name="Jozef Madzo" userId="8e8aa83b-bc29-4ece-8810-0428fc0dfb88" providerId="ADAL" clId="{F86B07EF-B0E9-9842-8901-7C6E955F2168}" dt="2025-03-18T17:32:27.607" v="333"/>
          <ac:spMkLst>
            <pc:docMk/>
            <pc:sldMk cId="95379106" sldId="281"/>
            <ac:spMk id="3" creationId="{7E6DFA8E-81B3-F1ED-7ADC-7F648C021520}"/>
          </ac:spMkLst>
        </pc:spChg>
        <pc:spChg chg="del">
          <ac:chgData name="Jozef Madzo" userId="8e8aa83b-bc29-4ece-8810-0428fc0dfb88" providerId="ADAL" clId="{F86B07EF-B0E9-9842-8901-7C6E955F2168}" dt="2025-03-18T17:32:27.065" v="332" actId="478"/>
          <ac:spMkLst>
            <pc:docMk/>
            <pc:sldMk cId="95379106" sldId="281"/>
            <ac:spMk id="7" creationId="{00000000-0000-0000-0000-000000000000}"/>
          </ac:spMkLst>
        </pc:spChg>
      </pc:sldChg>
      <pc:sldChg chg="addSp delSp modSp add mod">
        <pc:chgData name="Jozef Madzo" userId="8e8aa83b-bc29-4ece-8810-0428fc0dfb88" providerId="ADAL" clId="{F86B07EF-B0E9-9842-8901-7C6E955F2168}" dt="2025-03-18T17:32:22.310" v="331" actId="1076"/>
        <pc:sldMkLst>
          <pc:docMk/>
          <pc:sldMk cId="1370765862" sldId="282"/>
        </pc:sldMkLst>
        <pc:spChg chg="add del mod">
          <ac:chgData name="Jozef Madzo" userId="8e8aa83b-bc29-4ece-8810-0428fc0dfb88" providerId="ADAL" clId="{F86B07EF-B0E9-9842-8901-7C6E955F2168}" dt="2025-03-18T17:32:22.310" v="331" actId="1076"/>
          <ac:spMkLst>
            <pc:docMk/>
            <pc:sldMk cId="1370765862" sldId="282"/>
            <ac:spMk id="7" creationId="{00000000-0000-0000-0000-000000000000}"/>
          </ac:spMkLst>
        </pc:spChg>
      </pc:sldChg>
      <pc:sldChg chg="add del">
        <pc:chgData name="Jozef Madzo" userId="8e8aa83b-bc29-4ece-8810-0428fc0dfb88" providerId="ADAL" clId="{F86B07EF-B0E9-9842-8901-7C6E955F2168}" dt="2025-03-18T17:16:52.962" v="123" actId="2696"/>
        <pc:sldMkLst>
          <pc:docMk/>
          <pc:sldMk cId="1814225801" sldId="283"/>
        </pc:sldMkLst>
      </pc:sldChg>
      <pc:sldChg chg="addSp delSp modSp add mod">
        <pc:chgData name="Jozef Madzo" userId="8e8aa83b-bc29-4ece-8810-0428fc0dfb88" providerId="ADAL" clId="{F86B07EF-B0E9-9842-8901-7C6E955F2168}" dt="2025-03-18T17:32:33.585" v="335" actId="478"/>
        <pc:sldMkLst>
          <pc:docMk/>
          <pc:sldMk cId="2077852464" sldId="284"/>
        </pc:sldMkLst>
        <pc:spChg chg="add del mod">
          <ac:chgData name="Jozef Madzo" userId="8e8aa83b-bc29-4ece-8810-0428fc0dfb88" providerId="ADAL" clId="{F86B07EF-B0E9-9842-8901-7C6E955F2168}" dt="2025-03-18T17:32:33.585" v="335" actId="478"/>
          <ac:spMkLst>
            <pc:docMk/>
            <pc:sldMk cId="2077852464" sldId="284"/>
            <ac:spMk id="7" creationId="{00000000-0000-0000-0000-000000000000}"/>
          </ac:spMkLst>
        </pc:spChg>
        <pc:picChg chg="mod">
          <ac:chgData name="Jozef Madzo" userId="8e8aa83b-bc29-4ece-8810-0428fc0dfb88" providerId="ADAL" clId="{F86B07EF-B0E9-9842-8901-7C6E955F2168}" dt="2025-03-18T17:23:18.338" v="187" actId="1076"/>
          <ac:picMkLst>
            <pc:docMk/>
            <pc:sldMk cId="2077852464" sldId="284"/>
            <ac:picMk id="2" creationId="{00000000-0000-0000-0000-000000000000}"/>
          </ac:picMkLst>
        </pc:picChg>
        <pc:picChg chg="mod">
          <ac:chgData name="Jozef Madzo" userId="8e8aa83b-bc29-4ece-8810-0428fc0dfb88" providerId="ADAL" clId="{F86B07EF-B0E9-9842-8901-7C6E955F2168}" dt="2025-03-18T17:23:27.584" v="189" actId="1076"/>
          <ac:picMkLst>
            <pc:docMk/>
            <pc:sldMk cId="2077852464" sldId="284"/>
            <ac:picMk id="6" creationId="{00000000-0000-0000-0000-000000000000}"/>
          </ac:picMkLst>
        </pc:picChg>
      </pc:sldChg>
      <pc:sldChg chg="addSp delSp modSp add mod">
        <pc:chgData name="Jozef Madzo" userId="8e8aa83b-bc29-4ece-8810-0428fc0dfb88" providerId="ADAL" clId="{F86B07EF-B0E9-9842-8901-7C6E955F2168}" dt="2025-03-18T17:31:32.421" v="315"/>
        <pc:sldMkLst>
          <pc:docMk/>
          <pc:sldMk cId="669345586" sldId="285"/>
        </pc:sldMkLst>
        <pc:spChg chg="add mod">
          <ac:chgData name="Jozef Madzo" userId="8e8aa83b-bc29-4ece-8810-0428fc0dfb88" providerId="ADAL" clId="{F86B07EF-B0E9-9842-8901-7C6E955F2168}" dt="2025-03-18T17:31:32.421" v="315"/>
          <ac:spMkLst>
            <pc:docMk/>
            <pc:sldMk cId="669345586" sldId="285"/>
            <ac:spMk id="2" creationId="{EB787E7A-20DF-7CDD-4B2A-C007ED76EBA5}"/>
          </ac:spMkLst>
        </pc:spChg>
        <pc:spChg chg="add mod">
          <ac:chgData name="Jozef Madzo" userId="8e8aa83b-bc29-4ece-8810-0428fc0dfb88" providerId="ADAL" clId="{F86B07EF-B0E9-9842-8901-7C6E955F2168}" dt="2025-03-18T17:31:32.421" v="315"/>
          <ac:spMkLst>
            <pc:docMk/>
            <pc:sldMk cId="669345586" sldId="285"/>
            <ac:spMk id="3" creationId="{A5A82C04-6D35-C6F9-61D0-C330E22F3DFD}"/>
          </ac:spMkLst>
        </pc:spChg>
        <pc:spChg chg="del">
          <ac:chgData name="Jozef Madzo" userId="8e8aa83b-bc29-4ece-8810-0428fc0dfb88" providerId="ADAL" clId="{F86B07EF-B0E9-9842-8901-7C6E955F2168}" dt="2025-03-18T17:31:31.781" v="314" actId="478"/>
          <ac:spMkLst>
            <pc:docMk/>
            <pc:sldMk cId="669345586" sldId="285"/>
            <ac:spMk id="4" creationId="{00000000-0000-0000-0000-000000000000}"/>
          </ac:spMkLst>
        </pc:spChg>
        <pc:spChg chg="del">
          <ac:chgData name="Jozef Madzo" userId="8e8aa83b-bc29-4ece-8810-0428fc0dfb88" providerId="ADAL" clId="{F86B07EF-B0E9-9842-8901-7C6E955F2168}" dt="2025-03-18T17:31:28.847" v="313" actId="478"/>
          <ac:spMkLst>
            <pc:docMk/>
            <pc:sldMk cId="669345586" sldId="285"/>
            <ac:spMk id="5" creationId="{00000000-0000-0000-0000-000000000000}"/>
          </ac:spMkLst>
        </pc:spChg>
        <pc:spChg chg="mod">
          <ac:chgData name="Jozef Madzo" userId="8e8aa83b-bc29-4ece-8810-0428fc0dfb88" providerId="ADAL" clId="{F86B07EF-B0E9-9842-8901-7C6E955F2168}" dt="2025-03-18T17:17:49.264" v="132" actId="1076"/>
          <ac:spMkLst>
            <pc:docMk/>
            <pc:sldMk cId="669345586" sldId="285"/>
            <ac:spMk id="6" creationId="{00000000-0000-0000-0000-000000000000}"/>
          </ac:spMkLst>
        </pc:spChg>
        <pc:spChg chg="mod">
          <ac:chgData name="Jozef Madzo" userId="8e8aa83b-bc29-4ece-8810-0428fc0dfb88" providerId="ADAL" clId="{F86B07EF-B0E9-9842-8901-7C6E955F2168}" dt="2025-03-18T17:17:45.648" v="131" actId="1076"/>
          <ac:spMkLst>
            <pc:docMk/>
            <pc:sldMk cId="669345586" sldId="285"/>
            <ac:spMk id="7" creationId="{00000000-0000-0000-0000-000000000000}"/>
          </ac:spMkLst>
        </pc:spChg>
      </pc:sldChg>
      <pc:sldChg chg="addSp delSp modSp add mod">
        <pc:chgData name="Jozef Madzo" userId="8e8aa83b-bc29-4ece-8810-0428fc0dfb88" providerId="ADAL" clId="{F86B07EF-B0E9-9842-8901-7C6E955F2168}" dt="2025-03-18T17:31:16.462" v="312" actId="1076"/>
        <pc:sldMkLst>
          <pc:docMk/>
          <pc:sldMk cId="1220188441" sldId="286"/>
        </pc:sldMkLst>
        <pc:spChg chg="add mod">
          <ac:chgData name="Jozef Madzo" userId="8e8aa83b-bc29-4ece-8810-0428fc0dfb88" providerId="ADAL" clId="{F86B07EF-B0E9-9842-8901-7C6E955F2168}" dt="2025-03-18T17:30:57.580" v="307"/>
          <ac:spMkLst>
            <pc:docMk/>
            <pc:sldMk cId="1220188441" sldId="286"/>
            <ac:spMk id="2" creationId="{AEC7DD14-F127-FA02-9DF9-6FC2C69A1899}"/>
          </ac:spMkLst>
        </pc:spChg>
        <pc:spChg chg="del">
          <ac:chgData name="Jozef Madzo" userId="8e8aa83b-bc29-4ece-8810-0428fc0dfb88" providerId="ADAL" clId="{F86B07EF-B0E9-9842-8901-7C6E955F2168}" dt="2025-03-18T17:30:57.077" v="306" actId="478"/>
          <ac:spMkLst>
            <pc:docMk/>
            <pc:sldMk cId="1220188441" sldId="286"/>
            <ac:spMk id="4" creationId="{00000000-0000-0000-0000-000000000000}"/>
          </ac:spMkLst>
        </pc:spChg>
        <pc:spChg chg="mod">
          <ac:chgData name="Jozef Madzo" userId="8e8aa83b-bc29-4ece-8810-0428fc0dfb88" providerId="ADAL" clId="{F86B07EF-B0E9-9842-8901-7C6E955F2168}" dt="2025-03-18T17:31:16.462" v="312" actId="1076"/>
          <ac:spMkLst>
            <pc:docMk/>
            <pc:sldMk cId="1220188441" sldId="286"/>
            <ac:spMk id="5" creationId="{00000000-0000-0000-0000-000000000000}"/>
          </ac:spMkLst>
        </pc:spChg>
        <pc:spChg chg="mod">
          <ac:chgData name="Jozef Madzo" userId="8e8aa83b-bc29-4ece-8810-0428fc0dfb88" providerId="ADAL" clId="{F86B07EF-B0E9-9842-8901-7C6E955F2168}" dt="2025-03-18T17:18:49.586" v="183" actId="1037"/>
          <ac:spMkLst>
            <pc:docMk/>
            <pc:sldMk cId="1220188441" sldId="286"/>
            <ac:spMk id="6" creationId="{00000000-0000-0000-0000-000000000000}"/>
          </ac:spMkLst>
        </pc:spChg>
        <pc:spChg chg="mod">
          <ac:chgData name="Jozef Madzo" userId="8e8aa83b-bc29-4ece-8810-0428fc0dfb88" providerId="ADAL" clId="{F86B07EF-B0E9-9842-8901-7C6E955F2168}" dt="2025-03-18T17:18:27.870" v="149" actId="1038"/>
          <ac:spMkLst>
            <pc:docMk/>
            <pc:sldMk cId="1220188441" sldId="286"/>
            <ac:spMk id="7" creationId="{00000000-0000-0000-0000-000000000000}"/>
          </ac:spMkLst>
        </pc:spChg>
        <pc:cxnChg chg="mod">
          <ac:chgData name="Jozef Madzo" userId="8e8aa83b-bc29-4ece-8810-0428fc0dfb88" providerId="ADAL" clId="{F86B07EF-B0E9-9842-8901-7C6E955F2168}" dt="2025-03-18T17:18:41.853" v="173" actId="692"/>
          <ac:cxnSpMkLst>
            <pc:docMk/>
            <pc:sldMk cId="1220188441" sldId="286"/>
            <ac:cxnSpMk id="3" creationId="{00000000-0000-0000-0000-000000000000}"/>
          </ac:cxnSpMkLst>
        </pc:cxnChg>
        <pc:cxnChg chg="mod">
          <ac:chgData name="Jozef Madzo" userId="8e8aa83b-bc29-4ece-8810-0428fc0dfb88" providerId="ADAL" clId="{F86B07EF-B0E9-9842-8901-7C6E955F2168}" dt="2025-03-18T17:18:41.853" v="173" actId="692"/>
          <ac:cxnSpMkLst>
            <pc:docMk/>
            <pc:sldMk cId="1220188441" sldId="286"/>
            <ac:cxnSpMk id="8" creationId="{00000000-0000-0000-0000-000000000000}"/>
          </ac:cxnSpMkLst>
        </pc:cxnChg>
        <pc:cxnChg chg="mod">
          <ac:chgData name="Jozef Madzo" userId="8e8aa83b-bc29-4ece-8810-0428fc0dfb88" providerId="ADAL" clId="{F86B07EF-B0E9-9842-8901-7C6E955F2168}" dt="2025-03-18T17:18:41.853" v="173" actId="692"/>
          <ac:cxnSpMkLst>
            <pc:docMk/>
            <pc:sldMk cId="1220188441" sldId="286"/>
            <ac:cxnSpMk id="9" creationId="{00000000-0000-0000-0000-000000000000}"/>
          </ac:cxnSpMkLst>
        </pc:cxnChg>
      </pc:sldChg>
      <pc:sldChg chg="addSp delSp modSp add mod">
        <pc:chgData name="Jozef Madzo" userId="8e8aa83b-bc29-4ece-8810-0428fc0dfb88" providerId="ADAL" clId="{F86B07EF-B0E9-9842-8901-7C6E955F2168}" dt="2025-03-18T17:30:28.529" v="296"/>
        <pc:sldMkLst>
          <pc:docMk/>
          <pc:sldMk cId="64935368" sldId="287"/>
        </pc:sldMkLst>
        <pc:spChg chg="add mod">
          <ac:chgData name="Jozef Madzo" userId="8e8aa83b-bc29-4ece-8810-0428fc0dfb88" providerId="ADAL" clId="{F86B07EF-B0E9-9842-8901-7C6E955F2168}" dt="2025-03-18T17:30:28.529" v="296"/>
          <ac:spMkLst>
            <pc:docMk/>
            <pc:sldMk cId="64935368" sldId="287"/>
            <ac:spMk id="2" creationId="{A4A213CC-AC3B-20B2-DB1A-ED26F836A310}"/>
          </ac:spMkLst>
        </pc:spChg>
        <pc:spChg chg="del">
          <ac:chgData name="Jozef Madzo" userId="8e8aa83b-bc29-4ece-8810-0428fc0dfb88" providerId="ADAL" clId="{F86B07EF-B0E9-9842-8901-7C6E955F2168}" dt="2025-03-18T17:30:27.893" v="295" actId="478"/>
          <ac:spMkLst>
            <pc:docMk/>
            <pc:sldMk cId="64935368" sldId="287"/>
            <ac:spMk id="4" creationId="{00000000-0000-0000-0000-000000000000}"/>
          </ac:spMkLst>
        </pc:spChg>
        <pc:spChg chg="del">
          <ac:chgData name="Jozef Madzo" userId="8e8aa83b-bc29-4ece-8810-0428fc0dfb88" providerId="ADAL" clId="{F86B07EF-B0E9-9842-8901-7C6E955F2168}" dt="2025-03-18T17:30:24.826" v="294" actId="478"/>
          <ac:spMkLst>
            <pc:docMk/>
            <pc:sldMk cId="64935368" sldId="287"/>
            <ac:spMk id="5" creationId="{00000000-0000-0000-0000-000000000000}"/>
          </ac:spMkLst>
        </pc:spChg>
      </pc:sldChg>
      <pc:sldChg chg="addSp modSp add mod">
        <pc:chgData name="Jozef Madzo" userId="8e8aa83b-bc29-4ece-8810-0428fc0dfb88" providerId="ADAL" clId="{F86B07EF-B0E9-9842-8901-7C6E955F2168}" dt="2025-03-18T17:30:20.443" v="293" actId="207"/>
        <pc:sldMkLst>
          <pc:docMk/>
          <pc:sldMk cId="46168847" sldId="288"/>
        </pc:sldMkLst>
        <pc:spChg chg="add mod">
          <ac:chgData name="Jozef Madzo" userId="8e8aa83b-bc29-4ece-8810-0428fc0dfb88" providerId="ADAL" clId="{F86B07EF-B0E9-9842-8901-7C6E955F2168}" dt="2025-03-18T17:29:28.375" v="277" actId="404"/>
          <ac:spMkLst>
            <pc:docMk/>
            <pc:sldMk cId="46168847" sldId="288"/>
            <ac:spMk id="3" creationId="{3358F3EB-E3CF-6EFA-C117-E778A591BC92}"/>
          </ac:spMkLst>
        </pc:spChg>
        <pc:spChg chg="mod">
          <ac:chgData name="Jozef Madzo" userId="8e8aa83b-bc29-4ece-8810-0428fc0dfb88" providerId="ADAL" clId="{F86B07EF-B0E9-9842-8901-7C6E955F2168}" dt="2025-03-18T17:30:20.443" v="293" actId="207"/>
          <ac:spMkLst>
            <pc:docMk/>
            <pc:sldMk cId="46168847" sldId="288"/>
            <ac:spMk id="4" creationId="{00000000-0000-0000-0000-000000000000}"/>
          </ac:spMkLst>
        </pc:spChg>
        <pc:spChg chg="mod">
          <ac:chgData name="Jozef Madzo" userId="8e8aa83b-bc29-4ece-8810-0428fc0dfb88" providerId="ADAL" clId="{F86B07EF-B0E9-9842-8901-7C6E955F2168}" dt="2025-03-18T17:30:08.910" v="291" actId="1076"/>
          <ac:spMkLst>
            <pc:docMk/>
            <pc:sldMk cId="46168847" sldId="288"/>
            <ac:spMk id="5" creationId="{00000000-0000-0000-0000-000000000000}"/>
          </ac:spMkLst>
        </pc:spChg>
        <pc:picChg chg="add mod">
          <ac:chgData name="Jozef Madzo" userId="8e8aa83b-bc29-4ece-8810-0428fc0dfb88" providerId="ADAL" clId="{F86B07EF-B0E9-9842-8901-7C6E955F2168}" dt="2025-03-18T17:26:51.564" v="271" actId="14100"/>
          <ac:picMkLst>
            <pc:docMk/>
            <pc:sldMk cId="46168847" sldId="288"/>
            <ac:picMk id="2" creationId="{7D3F163C-ECB1-F057-F208-ACC14AA568CC}"/>
          </ac:picMkLst>
        </pc:picChg>
      </pc:sldChg>
      <pc:sldChg chg="setBg">
        <pc:chgData name="Jozef Madzo" userId="8e8aa83b-bc29-4ece-8810-0428fc0dfb88" providerId="ADAL" clId="{F86B07EF-B0E9-9842-8901-7C6E955F2168}" dt="2025-03-18T17:13:00.192" v="101"/>
        <pc:sldMkLst>
          <pc:docMk/>
          <pc:sldMk cId="3754675344" sldId="2869"/>
        </pc:sldMkLst>
      </pc:sldChg>
      <pc:sldChg chg="addSp delSp modSp mod setBg">
        <pc:chgData name="Jozef Madzo" userId="8e8aa83b-bc29-4ece-8810-0428fc0dfb88" providerId="ADAL" clId="{F86B07EF-B0E9-9842-8901-7C6E955F2168}" dt="2025-03-18T17:13:00.192" v="101"/>
        <pc:sldMkLst>
          <pc:docMk/>
          <pc:sldMk cId="2065409875" sldId="2872"/>
        </pc:sldMkLst>
        <pc:spChg chg="add del mod">
          <ac:chgData name="Jozef Madzo" userId="8e8aa83b-bc29-4ece-8810-0428fc0dfb88" providerId="ADAL" clId="{F86B07EF-B0E9-9842-8901-7C6E955F2168}" dt="2025-03-18T16:49:10.204" v="13" actId="478"/>
          <ac:spMkLst>
            <pc:docMk/>
            <pc:sldMk cId="2065409875" sldId="2872"/>
            <ac:spMk id="3" creationId="{D37F87B7-1D8E-C915-B854-C0F23308068C}"/>
          </ac:spMkLst>
        </pc:spChg>
        <pc:spChg chg="add del mod">
          <ac:chgData name="Jozef Madzo" userId="8e8aa83b-bc29-4ece-8810-0428fc0dfb88" providerId="ADAL" clId="{F86B07EF-B0E9-9842-8901-7C6E955F2168}" dt="2025-03-18T16:48:40.763" v="7" actId="478"/>
          <ac:spMkLst>
            <pc:docMk/>
            <pc:sldMk cId="2065409875" sldId="2872"/>
            <ac:spMk id="5" creationId="{8D029DD5-B086-534E-81A2-F6D5539A96C8}"/>
          </ac:spMkLst>
        </pc:spChg>
        <pc:spChg chg="add mod">
          <ac:chgData name="Jozef Madzo" userId="8e8aa83b-bc29-4ece-8810-0428fc0dfb88" providerId="ADAL" clId="{F86B07EF-B0E9-9842-8901-7C6E955F2168}" dt="2025-03-18T16:48:54.111" v="12" actId="404"/>
          <ac:spMkLst>
            <pc:docMk/>
            <pc:sldMk cId="2065409875" sldId="2872"/>
            <ac:spMk id="7" creationId="{37B3E08F-75DC-A2DA-C1DD-E704D261EE4C}"/>
          </ac:spMkLst>
        </pc:spChg>
        <pc:spChg chg="add">
          <ac:chgData name="Jozef Madzo" userId="8e8aa83b-bc29-4ece-8810-0428fc0dfb88" providerId="ADAL" clId="{F86B07EF-B0E9-9842-8901-7C6E955F2168}" dt="2025-03-18T16:49:11.046" v="14"/>
          <ac:spMkLst>
            <pc:docMk/>
            <pc:sldMk cId="2065409875" sldId="2872"/>
            <ac:spMk id="8" creationId="{845AA5A8-7F83-BB41-AABC-BCFE793E43E2}"/>
          </ac:spMkLst>
        </pc:spChg>
        <pc:spChg chg="add">
          <ac:chgData name="Jozef Madzo" userId="8e8aa83b-bc29-4ece-8810-0428fc0dfb88" providerId="ADAL" clId="{F86B07EF-B0E9-9842-8901-7C6E955F2168}" dt="2025-03-18T16:49:11.046" v="14"/>
          <ac:spMkLst>
            <pc:docMk/>
            <pc:sldMk cId="2065409875" sldId="2872"/>
            <ac:spMk id="9" creationId="{21314510-C72C-FE87-52DC-E422A5850116}"/>
          </ac:spMkLst>
        </pc:spChg>
        <pc:spChg chg="add mod">
          <ac:chgData name="Jozef Madzo" userId="8e8aa83b-bc29-4ece-8810-0428fc0dfb88" providerId="ADAL" clId="{F86B07EF-B0E9-9842-8901-7C6E955F2168}" dt="2025-03-18T16:50:25.274" v="24" actId="1076"/>
          <ac:spMkLst>
            <pc:docMk/>
            <pc:sldMk cId="2065409875" sldId="2872"/>
            <ac:spMk id="12" creationId="{EDEF97E9-BA3E-93E3-9BCA-ED3FD6D92950}"/>
          </ac:spMkLst>
        </pc:spChg>
        <pc:picChg chg="add mod">
          <ac:chgData name="Jozef Madzo" userId="8e8aa83b-bc29-4ece-8810-0428fc0dfb88" providerId="ADAL" clId="{F86B07EF-B0E9-9842-8901-7C6E955F2168}" dt="2025-03-18T16:49:43.941" v="22" actId="1076"/>
          <ac:picMkLst>
            <pc:docMk/>
            <pc:sldMk cId="2065409875" sldId="2872"/>
            <ac:picMk id="10" creationId="{DE50B825-80EF-B82C-3031-884C5FF8E9AE}"/>
          </ac:picMkLst>
        </pc:picChg>
        <pc:picChg chg="add">
          <ac:chgData name="Jozef Madzo" userId="8e8aa83b-bc29-4ece-8810-0428fc0dfb88" providerId="ADAL" clId="{F86B07EF-B0E9-9842-8901-7C6E955F2168}" dt="2025-03-18T16:49:11.046" v="14"/>
          <ac:picMkLst>
            <pc:docMk/>
            <pc:sldMk cId="2065409875" sldId="2872"/>
            <ac:picMk id="1025" creationId="{FA6C5691-D517-FBB3-0AFA-8CD679FB0FC3}"/>
          </ac:picMkLst>
        </pc:picChg>
      </pc:sldChg>
      <pc:sldChg chg="del">
        <pc:chgData name="Jozef Madzo" userId="8e8aa83b-bc29-4ece-8810-0428fc0dfb88" providerId="ADAL" clId="{F86B07EF-B0E9-9842-8901-7C6E955F2168}" dt="2025-03-18T17:05:46.318" v="83" actId="2696"/>
        <pc:sldMkLst>
          <pc:docMk/>
          <pc:sldMk cId="1519180543" sldId="2874"/>
        </pc:sldMkLst>
      </pc:sldChg>
      <pc:sldChg chg="del">
        <pc:chgData name="Jozef Madzo" userId="8e8aa83b-bc29-4ece-8810-0428fc0dfb88" providerId="ADAL" clId="{F86B07EF-B0E9-9842-8901-7C6E955F2168}" dt="2025-03-18T17:05:47.814" v="84" actId="2696"/>
        <pc:sldMkLst>
          <pc:docMk/>
          <pc:sldMk cId="1557521785" sldId="2876"/>
        </pc:sldMkLst>
      </pc:sldChg>
      <pc:sldChg chg="del">
        <pc:chgData name="Jozef Madzo" userId="8e8aa83b-bc29-4ece-8810-0428fc0dfb88" providerId="ADAL" clId="{F86B07EF-B0E9-9842-8901-7C6E955F2168}" dt="2025-03-18T17:05:52.913" v="85" actId="2696"/>
        <pc:sldMkLst>
          <pc:docMk/>
          <pc:sldMk cId="1028619517" sldId="2878"/>
        </pc:sldMkLst>
      </pc:sldChg>
      <pc:sldChg chg="addSp modSp mod setBg">
        <pc:chgData name="Jozef Madzo" userId="8e8aa83b-bc29-4ece-8810-0428fc0dfb88" providerId="ADAL" clId="{F86B07EF-B0E9-9842-8901-7C6E955F2168}" dt="2025-03-18T17:13:00.192" v="101"/>
        <pc:sldMkLst>
          <pc:docMk/>
          <pc:sldMk cId="93826165" sldId="2879"/>
        </pc:sldMkLst>
        <pc:spChg chg="add mod">
          <ac:chgData name="Jozef Madzo" userId="8e8aa83b-bc29-4ece-8810-0428fc0dfb88" providerId="ADAL" clId="{F86B07EF-B0E9-9842-8901-7C6E955F2168}" dt="2025-03-18T16:51:57.940" v="35" actId="1076"/>
          <ac:spMkLst>
            <pc:docMk/>
            <pc:sldMk cId="93826165" sldId="2879"/>
            <ac:spMk id="3" creationId="{1749F5A3-E2A5-833C-782B-BEC03AAF9F22}"/>
          </ac:spMkLst>
        </pc:spChg>
        <pc:spChg chg="add mod">
          <ac:chgData name="Jozef Madzo" userId="8e8aa83b-bc29-4ece-8810-0428fc0dfb88" providerId="ADAL" clId="{F86B07EF-B0E9-9842-8901-7C6E955F2168}" dt="2025-03-18T16:53:00.845" v="49" actId="5793"/>
          <ac:spMkLst>
            <pc:docMk/>
            <pc:sldMk cId="93826165" sldId="2879"/>
            <ac:spMk id="5" creationId="{7A2089EB-A899-7852-196E-AFECA06640D3}"/>
          </ac:spMkLst>
        </pc:spChg>
        <pc:picChg chg="add mod">
          <ac:chgData name="Jozef Madzo" userId="8e8aa83b-bc29-4ece-8810-0428fc0dfb88" providerId="ADAL" clId="{F86B07EF-B0E9-9842-8901-7C6E955F2168}" dt="2025-03-18T16:52:30.286" v="38" actId="1076"/>
          <ac:picMkLst>
            <pc:docMk/>
            <pc:sldMk cId="93826165" sldId="2879"/>
            <ac:picMk id="2" creationId="{2CBE043A-C9D2-B0D6-CBC5-B4901E029610}"/>
          </ac:picMkLst>
        </pc:picChg>
      </pc:sldChg>
      <pc:sldChg chg="addSp modSp mod setBg">
        <pc:chgData name="Jozef Madzo" userId="8e8aa83b-bc29-4ece-8810-0428fc0dfb88" providerId="ADAL" clId="{F86B07EF-B0E9-9842-8901-7C6E955F2168}" dt="2025-03-18T17:13:00.192" v="101"/>
        <pc:sldMkLst>
          <pc:docMk/>
          <pc:sldMk cId="3609064944" sldId="2880"/>
        </pc:sldMkLst>
        <pc:spChg chg="add mod">
          <ac:chgData name="Jozef Madzo" userId="8e8aa83b-bc29-4ece-8810-0428fc0dfb88" providerId="ADAL" clId="{F86B07EF-B0E9-9842-8901-7C6E955F2168}" dt="2025-03-18T16:55:21.348" v="76" actId="1076"/>
          <ac:spMkLst>
            <pc:docMk/>
            <pc:sldMk cId="3609064944" sldId="2880"/>
            <ac:spMk id="3" creationId="{962A1B66-05BD-B9D8-6066-A82AA6DC2377}"/>
          </ac:spMkLst>
        </pc:spChg>
        <pc:spChg chg="add mod">
          <ac:chgData name="Jozef Madzo" userId="8e8aa83b-bc29-4ece-8810-0428fc0dfb88" providerId="ADAL" clId="{F86B07EF-B0E9-9842-8901-7C6E955F2168}" dt="2025-03-18T16:54:03.009" v="59" actId="1076"/>
          <ac:spMkLst>
            <pc:docMk/>
            <pc:sldMk cId="3609064944" sldId="2880"/>
            <ac:spMk id="5" creationId="{E5ABDDEF-D262-4CD4-95A7-7D7895EBBB36}"/>
          </ac:spMkLst>
        </pc:spChg>
        <pc:spChg chg="add mod">
          <ac:chgData name="Jozef Madzo" userId="8e8aa83b-bc29-4ece-8810-0428fc0dfb88" providerId="ADAL" clId="{F86B07EF-B0E9-9842-8901-7C6E955F2168}" dt="2025-03-18T17:05:31.760" v="82" actId="1076"/>
          <ac:spMkLst>
            <pc:docMk/>
            <pc:sldMk cId="3609064944" sldId="2880"/>
            <ac:spMk id="7" creationId="{80A9A249-C787-AE0A-1A33-F47170276D8A}"/>
          </ac:spMkLst>
        </pc:spChg>
      </pc:sldChg>
      <pc:sldChg chg="delSp mod ord setBg">
        <pc:chgData name="Jozef Madzo" userId="8e8aa83b-bc29-4ece-8810-0428fc0dfb88" providerId="ADAL" clId="{F86B07EF-B0E9-9842-8901-7C6E955F2168}" dt="2025-03-18T17:14:16.119" v="106" actId="478"/>
        <pc:sldMkLst>
          <pc:docMk/>
          <pc:sldMk cId="90761177" sldId="2881"/>
        </pc:sldMkLst>
        <pc:spChg chg="del">
          <ac:chgData name="Jozef Madzo" userId="8e8aa83b-bc29-4ece-8810-0428fc0dfb88" providerId="ADAL" clId="{F86B07EF-B0E9-9842-8901-7C6E955F2168}" dt="2025-03-18T17:14:16.119" v="106" actId="478"/>
          <ac:spMkLst>
            <pc:docMk/>
            <pc:sldMk cId="90761177" sldId="2881"/>
            <ac:spMk id="2" creationId="{CEF0607F-6FB9-0371-E254-37CF04E62594}"/>
          </ac:spMkLst>
        </pc:spChg>
      </pc:sldChg>
      <pc:sldChg chg="add ord">
        <pc:chgData name="Jozef Madzo" userId="8e8aa83b-bc29-4ece-8810-0428fc0dfb88" providerId="ADAL" clId="{F86B07EF-B0E9-9842-8901-7C6E955F2168}" dt="2025-03-18T17:14:12.158" v="105" actId="20578"/>
        <pc:sldMkLst>
          <pc:docMk/>
          <pc:sldMk cId="1796251669" sldId="2882"/>
        </pc:sldMkLst>
      </pc:sldChg>
      <pc:sldChg chg="add del ord">
        <pc:chgData name="Jozef Madzo" userId="8e8aa83b-bc29-4ece-8810-0428fc0dfb88" providerId="ADAL" clId="{F86B07EF-B0E9-9842-8901-7C6E955F2168}" dt="2025-03-18T17:17:51.329" v="133" actId="2696"/>
        <pc:sldMkLst>
          <pc:docMk/>
          <pc:sldMk cId="2831111795" sldId="2883"/>
        </pc:sldMkLst>
      </pc:sldChg>
      <pc:sldMasterChg chg="setBg modSldLayout">
        <pc:chgData name="Jozef Madzo" userId="8e8aa83b-bc29-4ece-8810-0428fc0dfb88" providerId="ADAL" clId="{F86B07EF-B0E9-9842-8901-7C6E955F2168}" dt="2025-03-18T17:13:00.192" v="101"/>
        <pc:sldMasterMkLst>
          <pc:docMk/>
          <pc:sldMasterMk cId="1711910361" sldId="2147483650"/>
        </pc:sldMasterMkLst>
        <pc:sldLayoutChg chg="setBg">
          <pc:chgData name="Jozef Madzo" userId="8e8aa83b-bc29-4ece-8810-0428fc0dfb88" providerId="ADAL" clId="{F86B07EF-B0E9-9842-8901-7C6E955F2168}" dt="2025-03-18T17:13:00.192" v="101"/>
          <pc:sldLayoutMkLst>
            <pc:docMk/>
            <pc:sldMasterMk cId="1711910361" sldId="2147483650"/>
            <pc:sldLayoutMk cId="1733841398" sldId="2147483652"/>
          </pc:sldLayoutMkLst>
        </pc:sldLayoutChg>
        <pc:sldLayoutChg chg="setBg">
          <pc:chgData name="Jozef Madzo" userId="8e8aa83b-bc29-4ece-8810-0428fc0dfb88" providerId="ADAL" clId="{F86B07EF-B0E9-9842-8901-7C6E955F2168}" dt="2025-03-18T17:13:00.192" v="101"/>
          <pc:sldLayoutMkLst>
            <pc:docMk/>
            <pc:sldMasterMk cId="1711910361" sldId="2147483650"/>
            <pc:sldLayoutMk cId="1769339524" sldId="214748365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4242F4-2666-9145-A552-58A94B7E60A4}" type="datetimeFigureOut">
              <a:rPr lang="en-US" smtClean="0"/>
              <a:t>3/18/25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698412-3580-1745-B7E7-E04C85F3A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4239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E98D8F-ABA6-AF48-B6F7-90672FF2CE9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479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CFA1C-C4D6-4140-8AB7-EAA0290D71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1488" y="1269478"/>
            <a:ext cx="8777544" cy="579420"/>
          </a:xfrm>
          <a:prstGeom prst="rect">
            <a:avLst/>
          </a:prstGeom>
        </p:spPr>
        <p:txBody>
          <a:bodyPr/>
          <a:lstStyle>
            <a:lvl1pPr>
              <a:defRPr sz="2800" b="1" spc="200" baseline="0">
                <a:solidFill>
                  <a:srgbClr val="00548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SLIDE 2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68B65-3D1D-1A48-A21C-3EDC8871B5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1488" y="2307944"/>
            <a:ext cx="8777544" cy="4035103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 spc="100" baseline="0">
                <a:solidFill>
                  <a:srgbClr val="00548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lnSpc>
                <a:spcPct val="100000"/>
              </a:lnSpc>
              <a:buNone/>
              <a:defRPr sz="1800" spc="100" baseline="0">
                <a:solidFill>
                  <a:srgbClr val="00548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600" spc="100">
                <a:solidFill>
                  <a:srgbClr val="00548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spc="100">
                <a:solidFill>
                  <a:srgbClr val="00548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Edit Master text styles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Edit Master text styles</a:t>
            </a:r>
          </a:p>
          <a:p>
            <a:pPr marL="4572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733841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160"/>
            </a:lvl1pPr>
            <a:lvl2pPr marL="411480" indent="0" algn="ctr">
              <a:buNone/>
              <a:defRPr sz="1800"/>
            </a:lvl2pPr>
            <a:lvl3pPr marL="822960" indent="0" algn="ctr">
              <a:buNone/>
              <a:defRPr sz="1620"/>
            </a:lvl3pPr>
            <a:lvl4pPr marL="1234440" indent="0" algn="ctr">
              <a:buNone/>
              <a:defRPr sz="1440"/>
            </a:lvl4pPr>
            <a:lvl5pPr marL="1645920" indent="0" algn="ctr">
              <a:buNone/>
              <a:defRPr sz="1440"/>
            </a:lvl5pPr>
            <a:lvl6pPr marL="2057400" indent="0" algn="ctr">
              <a:buNone/>
              <a:defRPr sz="1440"/>
            </a:lvl6pPr>
            <a:lvl7pPr marL="2468880" indent="0" algn="ctr">
              <a:buNone/>
              <a:defRPr sz="1440"/>
            </a:lvl7pPr>
            <a:lvl8pPr marL="2880360" indent="0" algn="ctr">
              <a:buNone/>
              <a:defRPr sz="1440"/>
            </a:lvl8pPr>
            <a:lvl9pPr marL="3291840" indent="0" algn="ctr">
              <a:buNone/>
              <a:defRPr sz="14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8A6BA-4D22-D141-98A3-0E91BF48D33D}" type="datetimeFigureOut">
              <a:rPr lang="en-US" smtClean="0"/>
              <a:t>3/18/25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E31EB-56E4-F54B-91B6-5CD6F5271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339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1910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tiff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f"/><Relationship Id="rId2" Type="http://schemas.openxmlformats.org/officeDocument/2006/relationships/hyperlink" Target="https://en.wikipedia.org/wiki/Welch's_t_test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5.tif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E9AB5ED-A36A-E462-8320-A772994B5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0833FD1-D2C8-374F-B4DE-C4F8E2AD7830}"/>
              </a:ext>
            </a:extLst>
          </p:cNvPr>
          <p:cNvSpPr txBox="1"/>
          <p:nvPr/>
        </p:nvSpPr>
        <p:spPr>
          <a:xfrm>
            <a:off x="898864" y="1492617"/>
            <a:ext cx="103942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548E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Statistics Review</a:t>
            </a:r>
          </a:p>
        </p:txBody>
      </p:sp>
    </p:spTree>
    <p:extLst>
      <p:ext uri="{BB962C8B-B14F-4D97-AF65-F5344CB8AC3E}">
        <p14:creationId xmlns:p14="http://schemas.microsoft.com/office/powerpoint/2010/main" val="3754675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A123648-EBD3-8F29-505C-33BAF8F8A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7B3E08F-75DC-A2DA-C1DD-E704D261EE4C}"/>
              </a:ext>
            </a:extLst>
          </p:cNvPr>
          <p:cNvSpPr txBox="1"/>
          <p:nvPr/>
        </p:nvSpPr>
        <p:spPr>
          <a:xfrm>
            <a:off x="805416" y="976489"/>
            <a:ext cx="60977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4800" b="1">
                <a:solidFill>
                  <a:srgbClr val="00548E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 sz="4000" dirty="0"/>
              <a:t>Basic Summary Values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E50B825-80EF-B82C-3031-884C5FF8E9A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443663" y="2421851"/>
            <a:ext cx="5029200" cy="377162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DEF97E9-BA3E-93E3-9BCA-ED3FD6D92950}"/>
              </a:ext>
            </a:extLst>
          </p:cNvPr>
          <p:cNvSpPr txBox="1"/>
          <p:nvPr/>
        </p:nvSpPr>
        <p:spPr>
          <a:xfrm>
            <a:off x="719137" y="2291620"/>
            <a:ext cx="6100762" cy="3146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-6350">
              <a:lnSpc>
                <a:spcPct val="107000"/>
              </a:lnSpc>
              <a:spcAft>
                <a:spcPts val="455"/>
              </a:spcAft>
              <a:buNone/>
            </a:pPr>
            <a:r>
              <a:rPr lang="en-US" sz="1600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Measures of Central Tendency</a:t>
            </a:r>
            <a:endParaRPr lang="en-US" sz="900" kern="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 fontAlgn="base">
              <a:lnSpc>
                <a:spcPct val="90000"/>
              </a:lnSpc>
              <a:spcAft>
                <a:spcPts val="800"/>
              </a:spcAft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18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Mean - average</a:t>
            </a:r>
            <a:endParaRPr lang="en-US" sz="900" u="none" strike="noStrike" kern="1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fontAlgn="base">
              <a:lnSpc>
                <a:spcPct val="90000"/>
              </a:lnSpc>
              <a:spcAft>
                <a:spcPts val="820"/>
              </a:spcAft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18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Median – central value</a:t>
            </a:r>
            <a:endParaRPr lang="en-US" sz="900" u="none" strike="noStrike" kern="1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fontAlgn="base">
              <a:lnSpc>
                <a:spcPct val="90000"/>
              </a:lnSpc>
              <a:spcAft>
                <a:spcPts val="2590"/>
              </a:spcAft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18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Mode – most repeated value</a:t>
            </a:r>
            <a:endParaRPr lang="en-US" sz="900" u="none" strike="noStrike" kern="1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0" marR="0" indent="-6350">
              <a:lnSpc>
                <a:spcPct val="107000"/>
              </a:lnSpc>
              <a:spcAft>
                <a:spcPts val="455"/>
              </a:spcAft>
              <a:buNone/>
            </a:pPr>
            <a:r>
              <a:rPr lang="en-US" sz="1600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Measures of Spread</a:t>
            </a:r>
            <a:endParaRPr lang="en-US" sz="900" kern="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 fontAlgn="base">
              <a:lnSpc>
                <a:spcPct val="90000"/>
              </a:lnSpc>
              <a:spcAft>
                <a:spcPts val="925"/>
              </a:spcAft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18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Range – difference between the highest and lowest value</a:t>
            </a:r>
            <a:endParaRPr lang="en-US" sz="900" u="none" strike="noStrike" kern="1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fontAlgn="base">
              <a:lnSpc>
                <a:spcPct val="90000"/>
              </a:lnSpc>
              <a:spcAft>
                <a:spcPts val="120"/>
              </a:spcAft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18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Standard deviation – measures the dispersion of the data</a:t>
            </a:r>
            <a:endParaRPr lang="en-US" sz="900" u="none" strike="noStrike" kern="1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5409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F0B16D8-49E5-554E-2A29-B101CEC78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CBE043A-C9D2-B0D6-CBC5-B4901E02961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732104" y="1503059"/>
            <a:ext cx="5330825" cy="435546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49F5A3-E2A5-833C-782B-BEC03AAF9F22}"/>
              </a:ext>
            </a:extLst>
          </p:cNvPr>
          <p:cNvSpPr txBox="1"/>
          <p:nvPr/>
        </p:nvSpPr>
        <p:spPr>
          <a:xfrm>
            <a:off x="235573" y="795173"/>
            <a:ext cx="60977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4800" b="1">
                <a:solidFill>
                  <a:srgbClr val="00548E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 sz="4000" dirty="0"/>
              <a:t>Hypothesis Testing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2089EB-A899-7852-196E-AFECA06640D3}"/>
              </a:ext>
            </a:extLst>
          </p:cNvPr>
          <p:cNvSpPr txBox="1"/>
          <p:nvPr/>
        </p:nvSpPr>
        <p:spPr>
          <a:xfrm>
            <a:off x="516835" y="2061886"/>
            <a:ext cx="5910469" cy="3807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fontAlgn="base">
              <a:lnSpc>
                <a:spcPct val="90000"/>
              </a:lnSpc>
              <a:spcAft>
                <a:spcPts val="370"/>
              </a:spcAft>
              <a:buClr>
                <a:srgbClr val="000000"/>
              </a:buClr>
              <a:buSzPts val="2200"/>
              <a:buFont typeface="Arial" panose="020B0604020202020204" pitchFamily="34" charset="0"/>
              <a:buChar char="•"/>
            </a:pPr>
            <a:r>
              <a:rPr lang="en-US" sz="18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Hypothesis testing compares your data to a pre-determined null distribution (usually the normal distribution). You state a null and alternative hypothesis and calculate the probability your observations happened </a:t>
            </a:r>
            <a:r>
              <a:rPr lang="en-US" sz="1800" b="1" i="1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under the null hypothesis.</a:t>
            </a:r>
          </a:p>
          <a:p>
            <a:pPr marR="0" lvl="0" fontAlgn="base">
              <a:lnSpc>
                <a:spcPct val="90000"/>
              </a:lnSpc>
              <a:spcAft>
                <a:spcPts val="370"/>
              </a:spcAft>
              <a:buClr>
                <a:srgbClr val="000000"/>
              </a:buClr>
              <a:buSzPts val="2200"/>
            </a:pPr>
            <a:endParaRPr lang="en-US" sz="1000" u="none" strike="noStrike" kern="1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fontAlgn="base">
              <a:lnSpc>
                <a:spcPct val="90000"/>
              </a:lnSpc>
              <a:spcAft>
                <a:spcPts val="370"/>
              </a:spcAft>
              <a:buClr>
                <a:srgbClr val="000000"/>
              </a:buClr>
              <a:buSzPts val="2200"/>
              <a:buFont typeface="Arial" panose="020B0604020202020204" pitchFamily="34" charset="0"/>
              <a:buChar char="•"/>
            </a:pPr>
            <a:r>
              <a:rPr lang="en-US" sz="18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Null hypothesis, </a:t>
            </a:r>
            <a:r>
              <a:rPr lang="en-US" sz="1800" b="1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H0</a:t>
            </a:r>
            <a:r>
              <a:rPr lang="en-US" sz="18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: Everything happened by random chance.</a:t>
            </a:r>
          </a:p>
          <a:p>
            <a:pPr marR="0" lvl="0" fontAlgn="base">
              <a:lnSpc>
                <a:spcPct val="90000"/>
              </a:lnSpc>
              <a:spcAft>
                <a:spcPts val="370"/>
              </a:spcAft>
              <a:buClr>
                <a:srgbClr val="000000"/>
              </a:buClr>
              <a:buSzPts val="2200"/>
            </a:pPr>
            <a:endParaRPr lang="en-US" sz="1000" u="none" strike="noStrike" kern="1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fontAlgn="base">
              <a:lnSpc>
                <a:spcPct val="90000"/>
              </a:lnSpc>
              <a:spcAft>
                <a:spcPts val="370"/>
              </a:spcAft>
              <a:buClr>
                <a:srgbClr val="000000"/>
              </a:buClr>
              <a:buSzPts val="2200"/>
              <a:buFont typeface="Arial" panose="020B0604020202020204" pitchFamily="34" charset="0"/>
              <a:buChar char="•"/>
            </a:pPr>
            <a:r>
              <a:rPr lang="en-US" sz="18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Alternative hypothesis, </a:t>
            </a:r>
            <a:r>
              <a:rPr lang="en-US" sz="1800" b="1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H1</a:t>
            </a:r>
            <a:r>
              <a:rPr lang="en-US" sz="18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: My observations happened because of my idea.</a:t>
            </a:r>
          </a:p>
          <a:p>
            <a:pPr marR="0" lvl="0" fontAlgn="base">
              <a:lnSpc>
                <a:spcPct val="90000"/>
              </a:lnSpc>
              <a:spcAft>
                <a:spcPts val="370"/>
              </a:spcAft>
              <a:buClr>
                <a:srgbClr val="000000"/>
              </a:buClr>
              <a:buSzPts val="2200"/>
            </a:pPr>
            <a:endParaRPr lang="en-US" sz="1000" u="none" strike="noStrike" kern="1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fontAlgn="base">
              <a:lnSpc>
                <a:spcPct val="90000"/>
              </a:lnSpc>
              <a:spcAft>
                <a:spcPts val="370"/>
              </a:spcAft>
              <a:buClr>
                <a:srgbClr val="000000"/>
              </a:buClr>
              <a:buSzPts val="2200"/>
              <a:buFont typeface="Arial" panose="020B0604020202020204" pitchFamily="34" charset="0"/>
              <a:buChar char="•"/>
            </a:pPr>
            <a:r>
              <a:rPr lang="en-US" sz="18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Saying p-value = 0.05 means that there’s a 5% chance the observation happened randomly under the null distribution.</a:t>
            </a:r>
            <a:endParaRPr lang="en-US" sz="1000" u="none" strike="noStrike" kern="1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826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7A7CA7A-7755-ED1B-5DE5-FD9CA8CA4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62A1B66-05BD-B9D8-6066-A82AA6DC2377}"/>
              </a:ext>
            </a:extLst>
          </p:cNvPr>
          <p:cNvSpPr txBox="1"/>
          <p:nvPr/>
        </p:nvSpPr>
        <p:spPr>
          <a:xfrm>
            <a:off x="583094" y="1886522"/>
            <a:ext cx="5512906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fontAlgn="base">
              <a:lnSpc>
                <a:spcPct val="90000"/>
              </a:lnSpc>
              <a:spcAft>
                <a:spcPts val="900"/>
              </a:spcAft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20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For testing continuous values against some known mean</a:t>
            </a:r>
          </a:p>
          <a:p>
            <a:pPr marR="0" lvl="0" fontAlgn="base">
              <a:lnSpc>
                <a:spcPct val="90000"/>
              </a:lnSpc>
              <a:spcAft>
                <a:spcPts val="900"/>
              </a:spcAft>
              <a:buClr>
                <a:srgbClr val="000000"/>
              </a:buClr>
              <a:buSzPts val="2800"/>
            </a:pPr>
            <a:endParaRPr lang="en-US" sz="2000" u="none" strike="noStrike" kern="1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fontAlgn="base">
              <a:lnSpc>
                <a:spcPct val="90000"/>
              </a:lnSpc>
              <a:spcAft>
                <a:spcPts val="120"/>
              </a:spcAft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20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I have an iris with a sepal length of 7 inches and I think that it’s because of my new iris fertilizer. Is that iris’ sepal length abnormally large?</a:t>
            </a:r>
          </a:p>
          <a:p>
            <a:pPr marR="0" lvl="0" fontAlgn="base">
              <a:lnSpc>
                <a:spcPct val="90000"/>
              </a:lnSpc>
              <a:spcAft>
                <a:spcPts val="120"/>
              </a:spcAft>
              <a:buClr>
                <a:srgbClr val="000000"/>
              </a:buClr>
              <a:buSzPts val="2800"/>
            </a:pPr>
            <a:endParaRPr lang="en-US" sz="2000" u="none" strike="noStrike" kern="1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fontAlgn="base">
              <a:lnSpc>
                <a:spcPct val="90000"/>
              </a:lnSpc>
              <a:spcAft>
                <a:spcPts val="445"/>
              </a:spcAft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2000" b="1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H0: </a:t>
            </a:r>
            <a:r>
              <a:rPr lang="en-US" sz="20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There’s nothing different about the fertilizer.</a:t>
            </a:r>
          </a:p>
          <a:p>
            <a:pPr marL="342900" marR="0" lvl="0" indent="-342900" fontAlgn="base">
              <a:lnSpc>
                <a:spcPct val="90000"/>
              </a:lnSpc>
              <a:spcAft>
                <a:spcPts val="445"/>
              </a:spcAft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2000" b="1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H1: </a:t>
            </a:r>
            <a:r>
              <a:rPr lang="en-US" sz="2000" u="none" strike="noStrike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The fertilizer does increase iris sepal length.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ABDDEF-D262-4CD4-95A7-7D7895EBBB36}"/>
              </a:ext>
            </a:extLst>
          </p:cNvPr>
          <p:cNvSpPr txBox="1"/>
          <p:nvPr/>
        </p:nvSpPr>
        <p:spPr>
          <a:xfrm>
            <a:off x="940903" y="806137"/>
            <a:ext cx="93825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4000" b="1">
                <a:solidFill>
                  <a:srgbClr val="00548E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 dirty="0"/>
              <a:t>Test for Continuous Data: one sample t-test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A9A249-C787-AE0A-1A33-F47170276D8A}"/>
              </a:ext>
            </a:extLst>
          </p:cNvPr>
          <p:cNvSpPr txBox="1"/>
          <p:nvPr/>
        </p:nvSpPr>
        <p:spPr>
          <a:xfrm>
            <a:off x="6195075" y="1886522"/>
            <a:ext cx="5413831" cy="3905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-6350">
              <a:lnSpc>
                <a:spcPct val="242000"/>
              </a:lnSpc>
              <a:spcAft>
                <a:spcPts val="120"/>
              </a:spcAft>
              <a:buNone/>
            </a:pPr>
            <a:r>
              <a:rPr lang="en-US" sz="16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&gt; </a:t>
            </a:r>
            <a:r>
              <a:rPr lang="en-US" sz="1600" b="1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t.test</a:t>
            </a:r>
            <a:r>
              <a:rPr lang="en-US" sz="1600" b="1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(</a:t>
            </a:r>
            <a:r>
              <a:rPr lang="en-US" sz="1600" b="1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iris$Sepal.Length</a:t>
            </a:r>
            <a:r>
              <a:rPr lang="en-US" sz="1600" b="1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, mu = 5.8)</a:t>
            </a:r>
            <a:r>
              <a:rPr lang="en-US" sz="16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One Sample t-test</a:t>
            </a:r>
            <a:endParaRPr lang="en-US" sz="1100" kern="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 indent="-6350">
              <a:lnSpc>
                <a:spcPct val="107000"/>
              </a:lnSpc>
              <a:spcAft>
                <a:spcPts val="675"/>
              </a:spcAft>
              <a:buNone/>
            </a:pPr>
            <a:r>
              <a:rPr lang="en-US" sz="16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data: </a:t>
            </a:r>
            <a:r>
              <a:rPr lang="en-US" sz="1600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iris$Sepal.Length</a:t>
            </a:r>
            <a:r>
              <a:rPr lang="en-US" sz="16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t = 0.64092, </a:t>
            </a:r>
            <a:r>
              <a:rPr lang="en-US" sz="1600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df</a:t>
            </a:r>
            <a:r>
              <a:rPr lang="en-US" sz="16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= 149, p-value = 0.5226 alternative hypothesis: true mean is not equal to 5.8</a:t>
            </a:r>
            <a:endParaRPr lang="en-US" sz="1100" kern="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 indent="-6350">
              <a:lnSpc>
                <a:spcPct val="107000"/>
              </a:lnSpc>
              <a:spcAft>
                <a:spcPts val="750"/>
              </a:spcAft>
              <a:buNone/>
            </a:pPr>
            <a:r>
              <a:rPr lang="en-US" sz="16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95 percent confidence interval:</a:t>
            </a:r>
            <a:endParaRPr lang="en-US" sz="1100" kern="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1959610" indent="122555">
              <a:lnSpc>
                <a:spcPct val="147000"/>
              </a:lnSpc>
              <a:spcAft>
                <a:spcPts val="120"/>
              </a:spcAft>
              <a:buNone/>
            </a:pPr>
            <a:r>
              <a:rPr lang="en-US" sz="16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5.709732 5.976934 sample estimates:</a:t>
            </a:r>
            <a:endParaRPr lang="en-US" sz="1100" kern="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 indent="-6350">
              <a:lnSpc>
                <a:spcPct val="107000"/>
              </a:lnSpc>
              <a:spcAft>
                <a:spcPts val="750"/>
              </a:spcAft>
              <a:buNone/>
            </a:pPr>
            <a:r>
              <a:rPr lang="en-US" sz="16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mean of x</a:t>
            </a:r>
            <a:endParaRPr lang="en-US" sz="1100" kern="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128905" marR="0" indent="-6350">
              <a:lnSpc>
                <a:spcPct val="107000"/>
              </a:lnSpc>
              <a:spcAft>
                <a:spcPts val="120"/>
              </a:spcAft>
            </a:pPr>
            <a:r>
              <a:rPr lang="en-US" sz="16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5.843333</a:t>
            </a:r>
            <a:endParaRPr lang="en-US" sz="1100" kern="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9064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FD90F31-C13F-4AF8-8B09-532055843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532E1D-3D3D-594B-4E2D-894DB66965B1}"/>
              </a:ext>
            </a:extLst>
          </p:cNvPr>
          <p:cNvSpPr txBox="1"/>
          <p:nvPr/>
        </p:nvSpPr>
        <p:spPr>
          <a:xfrm>
            <a:off x="1124517" y="1012236"/>
            <a:ext cx="13516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00548E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796251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Statistical interference using Resampling </a:t>
            </a:r>
          </a:p>
        </p:txBody>
      </p:sp>
    </p:spTree>
    <p:extLst>
      <p:ext uri="{BB962C8B-B14F-4D97-AF65-F5344CB8AC3E}">
        <p14:creationId xmlns:p14="http://schemas.microsoft.com/office/powerpoint/2010/main" val="3065955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7849" y="522507"/>
            <a:ext cx="1881321" cy="18813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94330" y="1216047"/>
            <a:ext cx="3417732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- jackknife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9169" y="2403827"/>
            <a:ext cx="3417732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- bootstrap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2173" y="1722779"/>
            <a:ext cx="2031992" cy="20319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90520" y="4170094"/>
            <a:ext cx="3417732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- permutation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8531" y="3754772"/>
            <a:ext cx="1536828" cy="141002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29669" y="5853598"/>
            <a:ext cx="3417732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- cross validation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5714" y="5698885"/>
            <a:ext cx="886460" cy="1031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028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448983" y="627197"/>
            <a:ext cx="7431215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>
                    <a:lumMod val="50000"/>
                  </a:schemeClr>
                </a:solidFill>
              </a:rPr>
              <a:t>Permutation</a:t>
            </a: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endParaRPr lang="en-US" dirty="0"/>
          </a:p>
          <a:p>
            <a:r>
              <a:rPr lang="en-US" b="1" dirty="0"/>
              <a:t>Group comparison</a:t>
            </a:r>
          </a:p>
          <a:p>
            <a:r>
              <a:rPr lang="en-US" dirty="0"/>
              <a:t> - get p-value of statistic</a:t>
            </a:r>
          </a:p>
          <a:p>
            <a:endParaRPr lang="en-US" dirty="0"/>
          </a:p>
          <a:p>
            <a:r>
              <a:rPr lang="en-US" b="1" dirty="0"/>
              <a:t>Group A			Group B</a:t>
            </a:r>
          </a:p>
        </p:txBody>
      </p:sp>
      <p:sp>
        <p:nvSpPr>
          <p:cNvPr id="2" name="Rectangle 1"/>
          <p:cNvSpPr/>
          <p:nvPr/>
        </p:nvSpPr>
        <p:spPr>
          <a:xfrm>
            <a:off x="2270078" y="2596967"/>
            <a:ext cx="1486913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27 	24</a:t>
            </a:r>
          </a:p>
          <a:p>
            <a:r>
              <a:rPr lang="en-US" dirty="0">
                <a:solidFill>
                  <a:srgbClr val="C00000"/>
                </a:solidFill>
              </a:rPr>
              <a:t>20	29</a:t>
            </a:r>
          </a:p>
          <a:p>
            <a:r>
              <a:rPr lang="en-US" dirty="0">
                <a:solidFill>
                  <a:srgbClr val="C00000"/>
                </a:solidFill>
              </a:rPr>
              <a:t>21	18</a:t>
            </a:r>
          </a:p>
          <a:p>
            <a:r>
              <a:rPr lang="en-US" dirty="0">
                <a:solidFill>
                  <a:srgbClr val="C00000"/>
                </a:solidFill>
              </a:rPr>
              <a:t>26	20</a:t>
            </a:r>
          </a:p>
          <a:p>
            <a:r>
              <a:rPr lang="en-US" dirty="0">
                <a:solidFill>
                  <a:srgbClr val="C00000"/>
                </a:solidFill>
              </a:rPr>
              <a:t>27	17</a:t>
            </a:r>
          </a:p>
          <a:p>
            <a:r>
              <a:rPr lang="en-US" dirty="0">
                <a:solidFill>
                  <a:srgbClr val="C00000"/>
                </a:solidFill>
              </a:rPr>
              <a:t>31	31</a:t>
            </a:r>
          </a:p>
          <a:p>
            <a:r>
              <a:rPr lang="en-US" dirty="0">
                <a:solidFill>
                  <a:srgbClr val="C00000"/>
                </a:solidFill>
              </a:rPr>
              <a:t>24	20</a:t>
            </a:r>
          </a:p>
          <a:p>
            <a:r>
              <a:rPr lang="en-US" dirty="0">
                <a:solidFill>
                  <a:srgbClr val="C00000"/>
                </a:solidFill>
              </a:rPr>
              <a:t>21	25</a:t>
            </a:r>
          </a:p>
          <a:p>
            <a:r>
              <a:rPr lang="en-US" dirty="0">
                <a:solidFill>
                  <a:srgbClr val="C00000"/>
                </a:solidFill>
              </a:rPr>
              <a:t>20	28</a:t>
            </a:r>
          </a:p>
          <a:p>
            <a:r>
              <a:rPr lang="en-US" dirty="0">
                <a:solidFill>
                  <a:srgbClr val="C00000"/>
                </a:solidFill>
              </a:rPr>
              <a:t>19	21</a:t>
            </a:r>
          </a:p>
          <a:p>
            <a:r>
              <a:rPr lang="en-US" dirty="0">
                <a:solidFill>
                  <a:srgbClr val="C00000"/>
                </a:solidFill>
              </a:rPr>
              <a:t>23	27</a:t>
            </a:r>
          </a:p>
          <a:p>
            <a:r>
              <a:rPr lang="en-US" dirty="0">
                <a:solidFill>
                  <a:srgbClr val="C00000"/>
                </a:solidFill>
              </a:rPr>
              <a:t>24	28</a:t>
            </a:r>
          </a:p>
          <a:p>
            <a:r>
              <a:rPr lang="en-US" dirty="0">
                <a:solidFill>
                  <a:srgbClr val="C00000"/>
                </a:solidFill>
              </a:rPr>
              <a:t>19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39761" y="2686419"/>
            <a:ext cx="1778833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21	13</a:t>
            </a:r>
          </a:p>
          <a:p>
            <a:r>
              <a:rPr lang="en-US" dirty="0">
                <a:solidFill>
                  <a:srgbClr val="00B0F0"/>
                </a:solidFill>
              </a:rPr>
              <a:t>22	22</a:t>
            </a:r>
          </a:p>
          <a:p>
            <a:r>
              <a:rPr lang="en-US" dirty="0">
                <a:solidFill>
                  <a:srgbClr val="00B0F0"/>
                </a:solidFill>
              </a:rPr>
              <a:t>15	20</a:t>
            </a:r>
          </a:p>
          <a:p>
            <a:r>
              <a:rPr lang="en-US" dirty="0">
                <a:solidFill>
                  <a:srgbClr val="00B0F0"/>
                </a:solidFill>
              </a:rPr>
              <a:t>12	24</a:t>
            </a:r>
          </a:p>
          <a:p>
            <a:r>
              <a:rPr lang="en-US" dirty="0">
                <a:solidFill>
                  <a:srgbClr val="00B0F0"/>
                </a:solidFill>
              </a:rPr>
              <a:t>21	18</a:t>
            </a:r>
          </a:p>
          <a:p>
            <a:r>
              <a:rPr lang="en-US" dirty="0">
                <a:solidFill>
                  <a:srgbClr val="00B0F0"/>
                </a:solidFill>
              </a:rPr>
              <a:t>16	20</a:t>
            </a:r>
          </a:p>
          <a:p>
            <a:r>
              <a:rPr lang="en-US" dirty="0">
                <a:solidFill>
                  <a:srgbClr val="00B0F0"/>
                </a:solidFill>
              </a:rPr>
              <a:t>19	23</a:t>
            </a:r>
          </a:p>
          <a:p>
            <a:r>
              <a:rPr lang="en-US" dirty="0">
                <a:solidFill>
                  <a:srgbClr val="00B0F0"/>
                </a:solidFill>
              </a:rPr>
              <a:t>15	19</a:t>
            </a:r>
          </a:p>
          <a:p>
            <a:r>
              <a:rPr lang="en-US" dirty="0">
                <a:solidFill>
                  <a:srgbClr val="00B0F0"/>
                </a:solidFill>
              </a:rPr>
              <a:t>22	24</a:t>
            </a:r>
          </a:p>
        </p:txBody>
      </p:sp>
    </p:spTree>
    <p:extLst>
      <p:ext uri="{BB962C8B-B14F-4D97-AF65-F5344CB8AC3E}">
        <p14:creationId xmlns:p14="http://schemas.microsoft.com/office/powerpoint/2010/main" val="168279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893869" y="2166356"/>
            <a:ext cx="85481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Group A</a:t>
            </a:r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&gt; A=c(27,24,20,29,21,18,26,20,27,17,31,31,24,20,21,25,20,28,19,21,23,27,24,28,19)</a:t>
            </a:r>
          </a:p>
          <a:p>
            <a:r>
              <a:rPr lang="en-US" dirty="0">
                <a:solidFill>
                  <a:srgbClr val="0070C0"/>
                </a:solidFill>
              </a:rPr>
              <a:t>&gt; mean(A)</a:t>
            </a:r>
          </a:p>
          <a:p>
            <a:r>
              <a:rPr lang="en-US" dirty="0"/>
              <a:t>[1] 23.6</a:t>
            </a:r>
          </a:p>
          <a:p>
            <a:endParaRPr lang="en-US" dirty="0"/>
          </a:p>
          <a:p>
            <a:r>
              <a:rPr lang="en-US" b="1" dirty="0"/>
              <a:t>Group B</a:t>
            </a:r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&gt; B=c(21,13,22,22,15,20,12,24,21,18,16,20,19,23,15,19,22,24)</a:t>
            </a:r>
          </a:p>
          <a:p>
            <a:r>
              <a:rPr lang="en-US" dirty="0">
                <a:solidFill>
                  <a:srgbClr val="0070C0"/>
                </a:solidFill>
              </a:rPr>
              <a:t>&gt; </a:t>
            </a:r>
            <a:r>
              <a:rPr lang="cs-CZ" dirty="0" err="1">
                <a:solidFill>
                  <a:srgbClr val="0070C0"/>
                </a:solidFill>
              </a:rPr>
              <a:t>mean</a:t>
            </a:r>
            <a:r>
              <a:rPr lang="cs-CZ" dirty="0">
                <a:solidFill>
                  <a:srgbClr val="0070C0"/>
                </a:solidFill>
              </a:rPr>
              <a:t>(B)</a:t>
            </a:r>
          </a:p>
          <a:p>
            <a:r>
              <a:rPr lang="cs-CZ" dirty="0"/>
              <a:t>[1] 19.2</a:t>
            </a:r>
          </a:p>
          <a:p>
            <a:endParaRPr lang="cs-CZ" dirty="0"/>
          </a:p>
          <a:p>
            <a:r>
              <a:rPr lang="cs-CZ" b="1" dirty="0" err="1"/>
              <a:t>Mean</a:t>
            </a:r>
            <a:r>
              <a:rPr lang="cs-CZ" b="1" dirty="0"/>
              <a:t> </a:t>
            </a:r>
            <a:r>
              <a:rPr lang="cs-CZ" b="1" dirty="0" err="1"/>
              <a:t>difference</a:t>
            </a:r>
            <a:r>
              <a:rPr lang="cs-CZ" b="1" dirty="0"/>
              <a:t> A </a:t>
            </a:r>
            <a:r>
              <a:rPr lang="cs-CZ" b="1" dirty="0" err="1"/>
              <a:t>vs</a:t>
            </a:r>
            <a:r>
              <a:rPr lang="cs-CZ" b="1" dirty="0"/>
              <a:t> B:    + 4.4</a:t>
            </a:r>
            <a:endParaRPr lang="en-US" b="1" dirty="0"/>
          </a:p>
        </p:txBody>
      </p:sp>
      <p:sp>
        <p:nvSpPr>
          <p:cNvPr id="5" name="Rectangle 4"/>
          <p:cNvSpPr/>
          <p:nvPr/>
        </p:nvSpPr>
        <p:spPr>
          <a:xfrm>
            <a:off x="1893869" y="473180"/>
            <a:ext cx="4572000" cy="141577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200" b="1" dirty="0">
                <a:solidFill>
                  <a:schemeClr val="accent5">
                    <a:lumMod val="50000"/>
                  </a:schemeClr>
                </a:solidFill>
              </a:rPr>
              <a:t>Permutation</a:t>
            </a: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endParaRPr lang="en-US" dirty="0"/>
          </a:p>
          <a:p>
            <a:r>
              <a:rPr lang="en-US" b="1" dirty="0"/>
              <a:t>Group comparison</a:t>
            </a:r>
          </a:p>
          <a:p>
            <a:r>
              <a:rPr lang="en-US" dirty="0"/>
              <a:t> - get p-value of statistic</a:t>
            </a:r>
          </a:p>
        </p:txBody>
      </p:sp>
    </p:spTree>
    <p:extLst>
      <p:ext uri="{BB962C8B-B14F-4D97-AF65-F5344CB8AC3E}">
        <p14:creationId xmlns:p14="http://schemas.microsoft.com/office/powerpoint/2010/main" val="14898725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129" y="1449746"/>
            <a:ext cx="4695291" cy="46952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407579" y="1449746"/>
            <a:ext cx="4202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Is difference 4.4 statistically different?</a:t>
            </a:r>
          </a:p>
        </p:txBody>
      </p:sp>
      <p:sp>
        <p:nvSpPr>
          <p:cNvPr id="6" name="Rectangle 5"/>
          <p:cNvSpPr/>
          <p:nvPr/>
        </p:nvSpPr>
        <p:spPr>
          <a:xfrm>
            <a:off x="6609709" y="2597062"/>
            <a:ext cx="38436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There are 2 possible way to determine: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0B5576-066E-26A5-A514-F0B6CDB87CC2}"/>
              </a:ext>
            </a:extLst>
          </p:cNvPr>
          <p:cNvSpPr txBox="1"/>
          <p:nvPr/>
        </p:nvSpPr>
        <p:spPr>
          <a:xfrm>
            <a:off x="2092146" y="410152"/>
            <a:ext cx="51262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Are Group A and B different?</a:t>
            </a:r>
          </a:p>
        </p:txBody>
      </p:sp>
    </p:spTree>
    <p:extLst>
      <p:ext uri="{BB962C8B-B14F-4D97-AF65-F5344CB8AC3E}">
        <p14:creationId xmlns:p14="http://schemas.microsoft.com/office/powerpoint/2010/main" val="19836038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284091" y="781730"/>
            <a:ext cx="51262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Are Group A and B different?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4091" y="1783316"/>
            <a:ext cx="4449103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There are 2 possible way to determine:</a:t>
            </a:r>
          </a:p>
          <a:p>
            <a:endParaRPr lang="en-US" sz="2000" dirty="0"/>
          </a:p>
          <a:p>
            <a:pPr marL="342900" indent="-342900">
              <a:buAutoNum type="arabicPeriod"/>
            </a:pPr>
            <a:r>
              <a:rPr lang="en-US" sz="2000" dirty="0"/>
              <a:t>Classical statistics (analytical method)</a:t>
            </a:r>
          </a:p>
          <a:p>
            <a:pPr marL="342900" indent="-342900">
              <a:buAutoNum type="arabicPeriod"/>
            </a:pPr>
            <a:r>
              <a:rPr lang="en-US" sz="2000" dirty="0"/>
              <a:t>Computational method</a:t>
            </a:r>
          </a:p>
        </p:txBody>
      </p:sp>
    </p:spTree>
    <p:extLst>
      <p:ext uri="{BB962C8B-B14F-4D97-AF65-F5344CB8AC3E}">
        <p14:creationId xmlns:p14="http://schemas.microsoft.com/office/powerpoint/2010/main" val="393838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013083" y="3429000"/>
            <a:ext cx="816583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Equal or unequal sample sizes, unequal variances </a:t>
            </a:r>
          </a:p>
          <a:p>
            <a:r>
              <a:rPr lang="en-US" i="1" dirty="0">
                <a:hlinkClick r:id="rId2"/>
              </a:rPr>
              <a:t>Welch's </a:t>
            </a:r>
            <a:r>
              <a:rPr lang="en-US" dirty="0">
                <a:hlinkClick r:id="rId2"/>
              </a:rPr>
              <a:t>t</a:t>
            </a:r>
            <a:r>
              <a:rPr lang="en-US" i="1" dirty="0">
                <a:hlinkClick r:id="rId2"/>
              </a:rPr>
              <a:t>-test</a:t>
            </a:r>
          </a:p>
          <a:p>
            <a:endParaRPr lang="en-US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6829" y="4492172"/>
            <a:ext cx="3247572" cy="112670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8912" y="4492171"/>
            <a:ext cx="3124974" cy="125519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FAF206F-61E5-07B2-3F06-850762A1510A}"/>
              </a:ext>
            </a:extLst>
          </p:cNvPr>
          <p:cNvSpPr/>
          <p:nvPr/>
        </p:nvSpPr>
        <p:spPr>
          <a:xfrm>
            <a:off x="2746829" y="1801956"/>
            <a:ext cx="816583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dirty="0"/>
          </a:p>
          <a:p>
            <a:r>
              <a:rPr lang="en-US" sz="2400" dirty="0"/>
              <a:t>Student's </a:t>
            </a:r>
            <a:r>
              <a:rPr lang="en-US" sz="2400" i="1" dirty="0"/>
              <a:t>t</a:t>
            </a:r>
            <a:r>
              <a:rPr lang="en-US" sz="2400" dirty="0"/>
              <a:t>-test</a:t>
            </a:r>
          </a:p>
          <a:p>
            <a:endParaRPr lang="en-US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5D6B4E-FECF-8A37-FB70-EBCC8D9E9A2D}"/>
              </a:ext>
            </a:extLst>
          </p:cNvPr>
          <p:cNvSpPr/>
          <p:nvPr/>
        </p:nvSpPr>
        <p:spPr>
          <a:xfrm>
            <a:off x="2013083" y="800341"/>
            <a:ext cx="816583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Classical statistics (analytical method) </a:t>
            </a:r>
          </a:p>
          <a:p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STAT 101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183597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9312" y="1502557"/>
            <a:ext cx="2834688" cy="11386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1428" y="2811293"/>
            <a:ext cx="3792631" cy="9481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7748DA9-4162-3DDC-FF61-B19805E97408}"/>
              </a:ext>
            </a:extLst>
          </p:cNvPr>
          <p:cNvSpPr/>
          <p:nvPr/>
        </p:nvSpPr>
        <p:spPr>
          <a:xfrm>
            <a:off x="2637198" y="1277395"/>
            <a:ext cx="816583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dirty="0"/>
          </a:p>
          <a:p>
            <a:r>
              <a:rPr lang="en-US" sz="2400" dirty="0"/>
              <a:t>Student's </a:t>
            </a:r>
            <a:r>
              <a:rPr lang="en-US" sz="2400" i="1" dirty="0"/>
              <a:t>t</a:t>
            </a:r>
            <a:r>
              <a:rPr lang="en-US" sz="2400" dirty="0"/>
              <a:t>-test</a:t>
            </a:r>
          </a:p>
          <a:p>
            <a:endParaRPr lang="en-US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9B1165-3358-ADE6-D600-B1CCF7B15F96}"/>
              </a:ext>
            </a:extLst>
          </p:cNvPr>
          <p:cNvSpPr/>
          <p:nvPr/>
        </p:nvSpPr>
        <p:spPr>
          <a:xfrm>
            <a:off x="2013083" y="411333"/>
            <a:ext cx="816583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Classical statistics (analytical method) </a:t>
            </a:r>
          </a:p>
          <a:p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STAT 101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95784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9312" y="1502557"/>
            <a:ext cx="2834688" cy="11386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1428" y="2811293"/>
            <a:ext cx="3792631" cy="94815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395" y="4227443"/>
            <a:ext cx="5067300" cy="6985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863D470-0C09-8494-5529-0761B7A552D5}"/>
              </a:ext>
            </a:extLst>
          </p:cNvPr>
          <p:cNvSpPr/>
          <p:nvPr/>
        </p:nvSpPr>
        <p:spPr>
          <a:xfrm>
            <a:off x="2637198" y="1277395"/>
            <a:ext cx="816583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dirty="0"/>
          </a:p>
          <a:p>
            <a:r>
              <a:rPr lang="en-US" sz="2400" dirty="0"/>
              <a:t>Student's </a:t>
            </a:r>
            <a:r>
              <a:rPr lang="en-US" sz="2400" i="1" dirty="0"/>
              <a:t>t</a:t>
            </a:r>
            <a:r>
              <a:rPr lang="en-US" sz="2400" dirty="0"/>
              <a:t>-test</a:t>
            </a:r>
          </a:p>
          <a:p>
            <a:endParaRPr lang="en-US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3C7F18-49AE-BED7-EDB2-63C881CFE7CB}"/>
              </a:ext>
            </a:extLst>
          </p:cNvPr>
          <p:cNvSpPr/>
          <p:nvPr/>
        </p:nvSpPr>
        <p:spPr>
          <a:xfrm>
            <a:off x="2013083" y="411333"/>
            <a:ext cx="816583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Classical statistics (analytical method) </a:t>
            </a:r>
          </a:p>
          <a:p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STAT 101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789996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637198" y="1277395"/>
            <a:ext cx="816583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dirty="0"/>
          </a:p>
          <a:p>
            <a:r>
              <a:rPr lang="en-US" sz="2400" dirty="0"/>
              <a:t>Student's </a:t>
            </a:r>
            <a:r>
              <a:rPr lang="en-US" sz="2400" i="1" dirty="0"/>
              <a:t>t</a:t>
            </a:r>
            <a:r>
              <a:rPr lang="en-US" sz="2400" dirty="0"/>
              <a:t>-test</a:t>
            </a:r>
          </a:p>
          <a:p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9312" y="1502557"/>
            <a:ext cx="2834688" cy="11386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3732" y="2803859"/>
            <a:ext cx="3281089" cy="82027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395" y="4011789"/>
            <a:ext cx="4241312" cy="58464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6682" y="5469893"/>
            <a:ext cx="4203433" cy="123141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00D9C6B-5EE4-C22D-4B7E-693C57CBADD6}"/>
              </a:ext>
            </a:extLst>
          </p:cNvPr>
          <p:cNvSpPr/>
          <p:nvPr/>
        </p:nvSpPr>
        <p:spPr>
          <a:xfrm>
            <a:off x="2013083" y="411333"/>
            <a:ext cx="816583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Classical statistics (analytical method) </a:t>
            </a:r>
          </a:p>
          <a:p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STAT 101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246713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5512" y="1852249"/>
            <a:ext cx="2258919" cy="90733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8209" y="1852249"/>
            <a:ext cx="4126728" cy="120894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849" y="3444557"/>
            <a:ext cx="5072077" cy="240618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4313" y="5850738"/>
            <a:ext cx="5055613" cy="56684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1AC2A07-4E8E-4996-85C5-E15AF5F74A4C}"/>
              </a:ext>
            </a:extLst>
          </p:cNvPr>
          <p:cNvSpPr/>
          <p:nvPr/>
        </p:nvSpPr>
        <p:spPr>
          <a:xfrm>
            <a:off x="2013083" y="411333"/>
            <a:ext cx="816583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Classical statistics (analytical method) </a:t>
            </a:r>
          </a:p>
          <a:p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STAT 101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447599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5512" y="1852249"/>
            <a:ext cx="2258919" cy="90733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8209" y="1852249"/>
            <a:ext cx="4126728" cy="120894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849" y="3444557"/>
            <a:ext cx="5072077" cy="240618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4313" y="5850738"/>
            <a:ext cx="5055613" cy="566841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5290657" y="6002336"/>
            <a:ext cx="604664" cy="265323"/>
          </a:xfrm>
          <a:prstGeom prst="ellipse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5352586" y="3627863"/>
            <a:ext cx="468189" cy="2818804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2874312" y="6011742"/>
            <a:ext cx="5055613" cy="241048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8614505" y="4980878"/>
            <a:ext cx="1340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3.67 &gt; 2.021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6DFA8E-81B3-F1ED-7ADC-7F648C021520}"/>
              </a:ext>
            </a:extLst>
          </p:cNvPr>
          <p:cNvSpPr/>
          <p:nvPr/>
        </p:nvSpPr>
        <p:spPr>
          <a:xfrm>
            <a:off x="2013083" y="411333"/>
            <a:ext cx="816583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Classical statistics (analytical method) </a:t>
            </a:r>
          </a:p>
          <a:p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STAT 101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53791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3338" y="4980878"/>
            <a:ext cx="861060" cy="64496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013083" y="411333"/>
            <a:ext cx="816583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Classical statistics (analytical method) </a:t>
            </a:r>
          </a:p>
          <a:p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STAT 101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5512" y="1852249"/>
            <a:ext cx="2258919" cy="90733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8209" y="1852249"/>
            <a:ext cx="4126728" cy="120894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849" y="3444557"/>
            <a:ext cx="5072077" cy="240618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4313" y="5850738"/>
            <a:ext cx="5055613" cy="566841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5290657" y="6002336"/>
            <a:ext cx="604664" cy="265323"/>
          </a:xfrm>
          <a:prstGeom prst="ellipse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5352586" y="3627863"/>
            <a:ext cx="468189" cy="2818804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2874312" y="6011742"/>
            <a:ext cx="5055613" cy="241048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7362534" y="6011743"/>
            <a:ext cx="604664" cy="265323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8614505" y="4980878"/>
            <a:ext cx="1340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3.67 &gt; 2.021</a:t>
            </a:r>
          </a:p>
        </p:txBody>
      </p:sp>
    </p:spTree>
    <p:extLst>
      <p:ext uri="{BB962C8B-B14F-4D97-AF65-F5344CB8AC3E}">
        <p14:creationId xmlns:p14="http://schemas.microsoft.com/office/powerpoint/2010/main" val="13707658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26395" y="171101"/>
            <a:ext cx="8165834" cy="3908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dirty="0"/>
          </a:p>
          <a:p>
            <a:pPr marL="342900" indent="-342900">
              <a:buAutoNum type="arabicPeriod"/>
            </a:pPr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Classical statistics (analytical method) </a:t>
            </a:r>
          </a:p>
          <a:p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STAT 101</a:t>
            </a:r>
          </a:p>
          <a:p>
            <a:endParaRPr lang="en-US" sz="2400" dirty="0"/>
          </a:p>
          <a:p>
            <a:r>
              <a:rPr lang="en-US" sz="2400" dirty="0"/>
              <a:t>Difference 4.4 is statistically significant </a:t>
            </a:r>
            <a:r>
              <a:rPr lang="en-US" sz="2400" b="1" dirty="0"/>
              <a:t>p&lt;0.05</a:t>
            </a:r>
            <a:r>
              <a:rPr lang="en-US" sz="2400" dirty="0"/>
              <a:t> level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9771" y="2729200"/>
            <a:ext cx="963460" cy="73223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9771" y="3784707"/>
            <a:ext cx="7420395" cy="2730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8524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318842" y="1905464"/>
            <a:ext cx="1506791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27 	24</a:t>
            </a:r>
          </a:p>
          <a:p>
            <a:r>
              <a:rPr lang="en-US" dirty="0">
                <a:solidFill>
                  <a:srgbClr val="C00000"/>
                </a:solidFill>
              </a:rPr>
              <a:t>20	29</a:t>
            </a:r>
          </a:p>
          <a:p>
            <a:r>
              <a:rPr lang="en-US" dirty="0">
                <a:solidFill>
                  <a:srgbClr val="C00000"/>
                </a:solidFill>
              </a:rPr>
              <a:t>21	18</a:t>
            </a:r>
          </a:p>
          <a:p>
            <a:r>
              <a:rPr lang="en-US" dirty="0">
                <a:solidFill>
                  <a:srgbClr val="C00000"/>
                </a:solidFill>
              </a:rPr>
              <a:t>26	20</a:t>
            </a:r>
          </a:p>
          <a:p>
            <a:r>
              <a:rPr lang="en-US" dirty="0">
                <a:solidFill>
                  <a:srgbClr val="C00000"/>
                </a:solidFill>
              </a:rPr>
              <a:t>27	17</a:t>
            </a:r>
          </a:p>
          <a:p>
            <a:r>
              <a:rPr lang="en-US" dirty="0">
                <a:solidFill>
                  <a:srgbClr val="C00000"/>
                </a:solidFill>
              </a:rPr>
              <a:t>31	31</a:t>
            </a:r>
          </a:p>
          <a:p>
            <a:r>
              <a:rPr lang="en-US" dirty="0">
                <a:solidFill>
                  <a:srgbClr val="C00000"/>
                </a:solidFill>
              </a:rPr>
              <a:t>24	20</a:t>
            </a:r>
          </a:p>
          <a:p>
            <a:r>
              <a:rPr lang="en-US" dirty="0">
                <a:solidFill>
                  <a:srgbClr val="C00000"/>
                </a:solidFill>
              </a:rPr>
              <a:t>21	25</a:t>
            </a:r>
          </a:p>
          <a:p>
            <a:r>
              <a:rPr lang="en-US" dirty="0">
                <a:solidFill>
                  <a:srgbClr val="C00000"/>
                </a:solidFill>
              </a:rPr>
              <a:t>20	28</a:t>
            </a:r>
          </a:p>
          <a:p>
            <a:r>
              <a:rPr lang="en-US" dirty="0">
                <a:solidFill>
                  <a:srgbClr val="C00000"/>
                </a:solidFill>
              </a:rPr>
              <a:t>19	21</a:t>
            </a:r>
          </a:p>
          <a:p>
            <a:r>
              <a:rPr lang="en-US" dirty="0">
                <a:solidFill>
                  <a:srgbClr val="C00000"/>
                </a:solidFill>
              </a:rPr>
              <a:t>23	27</a:t>
            </a:r>
          </a:p>
          <a:p>
            <a:r>
              <a:rPr lang="en-US" dirty="0">
                <a:solidFill>
                  <a:srgbClr val="C00000"/>
                </a:solidFill>
              </a:rPr>
              <a:t>24	28</a:t>
            </a:r>
          </a:p>
          <a:p>
            <a:r>
              <a:rPr lang="en-US" dirty="0">
                <a:solidFill>
                  <a:srgbClr val="C00000"/>
                </a:solidFill>
              </a:rPr>
              <a:t>19</a:t>
            </a:r>
          </a:p>
        </p:txBody>
      </p:sp>
      <p:sp>
        <p:nvSpPr>
          <p:cNvPr id="7" name="Rectangle 6"/>
          <p:cNvSpPr/>
          <p:nvPr/>
        </p:nvSpPr>
        <p:spPr>
          <a:xfrm>
            <a:off x="5057922" y="1905464"/>
            <a:ext cx="181733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21	13</a:t>
            </a:r>
          </a:p>
          <a:p>
            <a:r>
              <a:rPr lang="en-US" dirty="0">
                <a:solidFill>
                  <a:srgbClr val="00B0F0"/>
                </a:solidFill>
              </a:rPr>
              <a:t>22	22</a:t>
            </a:r>
          </a:p>
          <a:p>
            <a:r>
              <a:rPr lang="en-US" dirty="0">
                <a:solidFill>
                  <a:srgbClr val="00B0F0"/>
                </a:solidFill>
              </a:rPr>
              <a:t>15	20</a:t>
            </a:r>
          </a:p>
          <a:p>
            <a:r>
              <a:rPr lang="en-US" dirty="0">
                <a:solidFill>
                  <a:srgbClr val="00B0F0"/>
                </a:solidFill>
              </a:rPr>
              <a:t>12	24</a:t>
            </a:r>
          </a:p>
          <a:p>
            <a:r>
              <a:rPr lang="en-US" dirty="0">
                <a:solidFill>
                  <a:srgbClr val="00B0F0"/>
                </a:solidFill>
              </a:rPr>
              <a:t>21	18</a:t>
            </a:r>
          </a:p>
          <a:p>
            <a:r>
              <a:rPr lang="en-US" dirty="0">
                <a:solidFill>
                  <a:srgbClr val="00B0F0"/>
                </a:solidFill>
              </a:rPr>
              <a:t>16	20</a:t>
            </a:r>
          </a:p>
          <a:p>
            <a:r>
              <a:rPr lang="en-US" dirty="0">
                <a:solidFill>
                  <a:srgbClr val="00B0F0"/>
                </a:solidFill>
              </a:rPr>
              <a:t>19	23</a:t>
            </a:r>
          </a:p>
          <a:p>
            <a:r>
              <a:rPr lang="en-US" dirty="0">
                <a:solidFill>
                  <a:srgbClr val="00B0F0"/>
                </a:solidFill>
              </a:rPr>
              <a:t>15	19</a:t>
            </a:r>
          </a:p>
          <a:p>
            <a:r>
              <a:rPr lang="en-US" dirty="0">
                <a:solidFill>
                  <a:srgbClr val="00B0F0"/>
                </a:solidFill>
              </a:rPr>
              <a:t>22	24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787E7A-20DF-7CDD-4B2A-C007ED76EBA5}"/>
              </a:ext>
            </a:extLst>
          </p:cNvPr>
          <p:cNvSpPr txBox="1"/>
          <p:nvPr/>
        </p:nvSpPr>
        <p:spPr>
          <a:xfrm>
            <a:off x="2380392" y="1518924"/>
            <a:ext cx="7431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Group A				Group 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A82C04-6D35-C6F9-61D0-C330E22F3DFD}"/>
              </a:ext>
            </a:extLst>
          </p:cNvPr>
          <p:cNvSpPr/>
          <p:nvPr/>
        </p:nvSpPr>
        <p:spPr>
          <a:xfrm>
            <a:off x="2362056" y="549260"/>
            <a:ext cx="41011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2.  Computational method</a:t>
            </a:r>
          </a:p>
        </p:txBody>
      </p:sp>
    </p:spTree>
    <p:extLst>
      <p:ext uri="{BB962C8B-B14F-4D97-AF65-F5344CB8AC3E}">
        <p14:creationId xmlns:p14="http://schemas.microsoft.com/office/powerpoint/2010/main" val="6693455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380392" y="1518924"/>
            <a:ext cx="7431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Group A				Group B</a:t>
            </a:r>
          </a:p>
        </p:txBody>
      </p:sp>
      <p:sp>
        <p:nvSpPr>
          <p:cNvPr id="6" name="Rectangle 5"/>
          <p:cNvSpPr/>
          <p:nvPr/>
        </p:nvSpPr>
        <p:spPr>
          <a:xfrm>
            <a:off x="2250203" y="1905464"/>
            <a:ext cx="137654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22</a:t>
            </a:r>
            <a:r>
              <a:rPr lang="en-US" dirty="0">
                <a:solidFill>
                  <a:srgbClr val="C00000"/>
                </a:solidFill>
              </a:rPr>
              <a:t>	24</a:t>
            </a:r>
          </a:p>
          <a:p>
            <a:r>
              <a:rPr lang="en-US" dirty="0">
                <a:solidFill>
                  <a:srgbClr val="C00000"/>
                </a:solidFill>
              </a:rPr>
              <a:t>20	29</a:t>
            </a:r>
          </a:p>
          <a:p>
            <a:r>
              <a:rPr lang="en-US" dirty="0">
                <a:solidFill>
                  <a:srgbClr val="C00000"/>
                </a:solidFill>
              </a:rPr>
              <a:t>21	16</a:t>
            </a:r>
          </a:p>
          <a:p>
            <a:r>
              <a:rPr lang="en-US" dirty="0">
                <a:solidFill>
                  <a:srgbClr val="C00000"/>
                </a:solidFill>
              </a:rPr>
              <a:t>26	20</a:t>
            </a:r>
          </a:p>
          <a:p>
            <a:r>
              <a:rPr lang="en-US" dirty="0">
                <a:solidFill>
                  <a:srgbClr val="00B0F0"/>
                </a:solidFill>
              </a:rPr>
              <a:t>12</a:t>
            </a:r>
            <a:r>
              <a:rPr lang="en-US" dirty="0">
                <a:solidFill>
                  <a:srgbClr val="C00000"/>
                </a:solidFill>
              </a:rPr>
              <a:t>	17</a:t>
            </a:r>
          </a:p>
          <a:p>
            <a:r>
              <a:rPr lang="en-US" dirty="0">
                <a:solidFill>
                  <a:srgbClr val="C00000"/>
                </a:solidFill>
              </a:rPr>
              <a:t>31	31</a:t>
            </a:r>
          </a:p>
          <a:p>
            <a:r>
              <a:rPr lang="en-US" dirty="0">
                <a:solidFill>
                  <a:srgbClr val="00B0F0"/>
                </a:solidFill>
              </a:rPr>
              <a:t>18</a:t>
            </a:r>
            <a:r>
              <a:rPr lang="en-US" dirty="0">
                <a:solidFill>
                  <a:srgbClr val="C00000"/>
                </a:solidFill>
              </a:rPr>
              <a:t>	</a:t>
            </a:r>
            <a:r>
              <a:rPr lang="en-US" dirty="0">
                <a:solidFill>
                  <a:srgbClr val="00B0F0"/>
                </a:solidFill>
              </a:rPr>
              <a:t>23</a:t>
            </a:r>
          </a:p>
          <a:p>
            <a:r>
              <a:rPr lang="en-US" dirty="0">
                <a:solidFill>
                  <a:srgbClr val="C00000"/>
                </a:solidFill>
              </a:rPr>
              <a:t>21	25</a:t>
            </a:r>
          </a:p>
          <a:p>
            <a:r>
              <a:rPr lang="en-US" dirty="0">
                <a:solidFill>
                  <a:srgbClr val="C00000"/>
                </a:solidFill>
              </a:rPr>
              <a:t>20	28</a:t>
            </a:r>
          </a:p>
          <a:p>
            <a:r>
              <a:rPr lang="en-US" dirty="0">
                <a:solidFill>
                  <a:srgbClr val="00B0F0"/>
                </a:solidFill>
              </a:rPr>
              <a:t>22 </a:t>
            </a:r>
            <a:r>
              <a:rPr lang="en-US" dirty="0">
                <a:solidFill>
                  <a:srgbClr val="C00000"/>
                </a:solidFill>
              </a:rPr>
              <a:t>	21</a:t>
            </a:r>
          </a:p>
          <a:p>
            <a:r>
              <a:rPr lang="en-US" dirty="0">
                <a:solidFill>
                  <a:srgbClr val="C00000"/>
                </a:solidFill>
              </a:rPr>
              <a:t>23	27</a:t>
            </a:r>
          </a:p>
          <a:p>
            <a:r>
              <a:rPr lang="en-US" dirty="0">
                <a:solidFill>
                  <a:srgbClr val="C00000"/>
                </a:solidFill>
              </a:rPr>
              <a:t>24	</a:t>
            </a:r>
            <a:r>
              <a:rPr lang="en-US" dirty="0">
                <a:solidFill>
                  <a:srgbClr val="00B0F0"/>
                </a:solidFill>
              </a:rPr>
              <a:t>21</a:t>
            </a:r>
          </a:p>
          <a:p>
            <a:r>
              <a:rPr lang="en-US" dirty="0">
                <a:solidFill>
                  <a:srgbClr val="C00000"/>
                </a:solidFill>
              </a:rPr>
              <a:t>19</a:t>
            </a:r>
          </a:p>
        </p:txBody>
      </p:sp>
      <p:sp>
        <p:nvSpPr>
          <p:cNvPr id="7" name="Rectangle 6"/>
          <p:cNvSpPr/>
          <p:nvPr/>
        </p:nvSpPr>
        <p:spPr>
          <a:xfrm>
            <a:off x="5883556" y="1825964"/>
            <a:ext cx="1699299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28 </a:t>
            </a:r>
            <a:r>
              <a:rPr lang="en-US" dirty="0">
                <a:solidFill>
                  <a:srgbClr val="00B0F0"/>
                </a:solidFill>
              </a:rPr>
              <a:t>	 13</a:t>
            </a:r>
          </a:p>
          <a:p>
            <a:r>
              <a:rPr lang="en-US" dirty="0">
                <a:solidFill>
                  <a:srgbClr val="00B0F0"/>
                </a:solidFill>
              </a:rPr>
              <a:t>22	</a:t>
            </a:r>
            <a:r>
              <a:rPr lang="en-US" dirty="0">
                <a:solidFill>
                  <a:srgbClr val="C00000"/>
                </a:solidFill>
              </a:rPr>
              <a:t> 27 </a:t>
            </a:r>
            <a:endParaRPr lang="en-US" dirty="0">
              <a:solidFill>
                <a:srgbClr val="00B0F0"/>
              </a:solidFill>
            </a:endParaRPr>
          </a:p>
          <a:p>
            <a:r>
              <a:rPr lang="en-US" dirty="0">
                <a:solidFill>
                  <a:srgbClr val="00B0F0"/>
                </a:solidFill>
              </a:rPr>
              <a:t>15	 20</a:t>
            </a:r>
          </a:p>
          <a:p>
            <a:r>
              <a:rPr lang="en-US" dirty="0">
                <a:solidFill>
                  <a:srgbClr val="C00000"/>
                </a:solidFill>
              </a:rPr>
              <a:t>27 </a:t>
            </a:r>
            <a:r>
              <a:rPr lang="en-US" dirty="0">
                <a:solidFill>
                  <a:srgbClr val="00B0F0"/>
                </a:solidFill>
              </a:rPr>
              <a:t>	 24</a:t>
            </a:r>
          </a:p>
          <a:p>
            <a:r>
              <a:rPr lang="en-US" dirty="0">
                <a:solidFill>
                  <a:srgbClr val="00B0F0"/>
                </a:solidFill>
              </a:rPr>
              <a:t>21	</a:t>
            </a:r>
            <a:r>
              <a:rPr lang="en-US" dirty="0">
                <a:solidFill>
                  <a:srgbClr val="C00000"/>
                </a:solidFill>
              </a:rPr>
              <a:t> 24</a:t>
            </a:r>
            <a:endParaRPr lang="en-US" dirty="0">
              <a:solidFill>
                <a:srgbClr val="00B0F0"/>
              </a:solidFill>
            </a:endParaRPr>
          </a:p>
          <a:p>
            <a:r>
              <a:rPr lang="en-US" dirty="0">
                <a:solidFill>
                  <a:srgbClr val="C00000"/>
                </a:solidFill>
              </a:rPr>
              <a:t>18 </a:t>
            </a:r>
            <a:r>
              <a:rPr lang="en-US" dirty="0">
                <a:solidFill>
                  <a:srgbClr val="00B0F0"/>
                </a:solidFill>
              </a:rPr>
              <a:t>	 20</a:t>
            </a:r>
          </a:p>
          <a:p>
            <a:r>
              <a:rPr lang="en-US" dirty="0">
                <a:solidFill>
                  <a:srgbClr val="00B0F0"/>
                </a:solidFill>
              </a:rPr>
              <a:t>19	</a:t>
            </a:r>
            <a:r>
              <a:rPr lang="en-US" dirty="0">
                <a:solidFill>
                  <a:srgbClr val="C00000"/>
                </a:solidFill>
              </a:rPr>
              <a:t> 20</a:t>
            </a:r>
            <a:endParaRPr lang="en-US" dirty="0">
              <a:solidFill>
                <a:srgbClr val="00B0F0"/>
              </a:solidFill>
            </a:endParaRPr>
          </a:p>
          <a:p>
            <a:r>
              <a:rPr lang="en-US" dirty="0">
                <a:solidFill>
                  <a:srgbClr val="00B0F0"/>
                </a:solidFill>
              </a:rPr>
              <a:t>15	 19</a:t>
            </a:r>
          </a:p>
          <a:p>
            <a:r>
              <a:rPr lang="en-US" dirty="0">
                <a:solidFill>
                  <a:srgbClr val="C00000"/>
                </a:solidFill>
              </a:rPr>
              <a:t>19</a:t>
            </a:r>
            <a:r>
              <a:rPr lang="en-US" dirty="0">
                <a:solidFill>
                  <a:srgbClr val="00B0F0"/>
                </a:solidFill>
              </a:rPr>
              <a:t>	 24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 flipV="1">
            <a:off x="4322481" y="2415942"/>
            <a:ext cx="962527" cy="9625"/>
          </a:xfrm>
          <a:prstGeom prst="straightConnector1">
            <a:avLst/>
          </a:prstGeom>
          <a:ln w="25400">
            <a:headEnd type="triangle"/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4322481" y="2863209"/>
            <a:ext cx="962527" cy="9625"/>
          </a:xfrm>
          <a:prstGeom prst="straightConnector1">
            <a:avLst/>
          </a:prstGeom>
          <a:ln w="25400">
            <a:headEnd type="triangle"/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4322481" y="3305663"/>
            <a:ext cx="962527" cy="9625"/>
          </a:xfrm>
          <a:prstGeom prst="straightConnector1">
            <a:avLst/>
          </a:prstGeom>
          <a:ln w="25400">
            <a:headEnd type="triangle"/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588677" y="6002531"/>
            <a:ext cx="24736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/>
              <a:t>differencies</a:t>
            </a:r>
            <a:r>
              <a:rPr lang="en-US" b="1" dirty="0"/>
              <a:t> in mean 2.7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C7DD14-F127-FA02-9DF9-6FC2C69A1899}"/>
              </a:ext>
            </a:extLst>
          </p:cNvPr>
          <p:cNvSpPr/>
          <p:nvPr/>
        </p:nvSpPr>
        <p:spPr>
          <a:xfrm>
            <a:off x="2362056" y="549260"/>
            <a:ext cx="41011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2.  Computational method</a:t>
            </a:r>
          </a:p>
        </p:txBody>
      </p:sp>
    </p:spTree>
    <p:extLst>
      <p:ext uri="{BB962C8B-B14F-4D97-AF65-F5344CB8AC3E}">
        <p14:creationId xmlns:p14="http://schemas.microsoft.com/office/powerpoint/2010/main" val="12201884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9405" y="1273529"/>
            <a:ext cx="6058836" cy="5055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353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362056" y="549260"/>
            <a:ext cx="41011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2.  Computational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2314" y="1306648"/>
            <a:ext cx="74312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000" dirty="0"/>
              <a:t>Ability to follow logical statement</a:t>
            </a:r>
          </a:p>
          <a:p>
            <a:pPr marL="342900" indent="-342900">
              <a:buAutoNum type="arabicPeriod"/>
            </a:pPr>
            <a:r>
              <a:rPr lang="en-US" sz="2000" dirty="0"/>
              <a:t>Random number generator -  in R </a:t>
            </a:r>
            <a:r>
              <a:rPr lang="en-US" sz="2000" dirty="0">
                <a:solidFill>
                  <a:srgbClr val="00B0F0"/>
                </a:solidFill>
              </a:rPr>
              <a:t>sample() </a:t>
            </a:r>
            <a:r>
              <a:rPr lang="en-US" sz="2000" dirty="0"/>
              <a:t>command</a:t>
            </a:r>
          </a:p>
          <a:p>
            <a:pPr marL="342900" indent="-342900">
              <a:buAutoNum type="arabicPeriod"/>
            </a:pPr>
            <a:r>
              <a:rPr lang="en-US" sz="2000" dirty="0"/>
              <a:t>Iteration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D3F163C-ECB1-F057-F208-ACC14AA568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0111" y="2442527"/>
            <a:ext cx="4862756" cy="405766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358F3EB-E3CF-6EFA-C117-E778A591BC92}"/>
              </a:ext>
            </a:extLst>
          </p:cNvPr>
          <p:cNvSpPr txBox="1"/>
          <p:nvPr/>
        </p:nvSpPr>
        <p:spPr>
          <a:xfrm>
            <a:off x="8392289" y="4375633"/>
            <a:ext cx="287868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p-</a:t>
            </a:r>
            <a:r>
              <a:rPr lang="en-US" dirty="0" err="1"/>
              <a:t>val</a:t>
            </a:r>
            <a:r>
              <a:rPr lang="en-US" dirty="0"/>
              <a:t>: </a:t>
            </a:r>
            <a:r>
              <a:rPr lang="en-US" b="1" dirty="0"/>
              <a:t>0.00075</a:t>
            </a:r>
            <a:br>
              <a:rPr lang="en-US" dirty="0"/>
            </a:br>
            <a:r>
              <a:rPr lang="en-US" dirty="0"/>
              <a:t> </a:t>
            </a:r>
            <a:br>
              <a:rPr lang="en-US" dirty="0"/>
            </a:br>
            <a:r>
              <a:rPr lang="en-US" b="1" dirty="0"/>
              <a:t>7-8</a:t>
            </a:r>
            <a:r>
              <a:rPr lang="en-US" dirty="0"/>
              <a:t> of of 10,000</a:t>
            </a:r>
            <a:br>
              <a:rPr lang="en-US" dirty="0"/>
            </a:br>
            <a:br>
              <a:rPr lang="en-US" dirty="0"/>
            </a:br>
            <a:r>
              <a:rPr lang="en-US" dirty="0"/>
              <a:t>~</a:t>
            </a:r>
            <a:r>
              <a:rPr lang="en-US" b="1" dirty="0"/>
              <a:t>75</a:t>
            </a:r>
            <a:r>
              <a:rPr lang="en-US" dirty="0"/>
              <a:t> out of 100,000</a:t>
            </a:r>
          </a:p>
        </p:txBody>
      </p:sp>
    </p:spTree>
    <p:extLst>
      <p:ext uri="{BB962C8B-B14F-4D97-AF65-F5344CB8AC3E}">
        <p14:creationId xmlns:p14="http://schemas.microsoft.com/office/powerpoint/2010/main" val="461688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DCB57BB-2E53-C47A-D225-95B16611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761177"/>
      </p:ext>
    </p:extLst>
  </p:cSld>
  <p:clrMapOvr>
    <a:masterClrMapping/>
  </p:clrMapOvr>
</p:sld>
</file>

<file path=ppt/theme/theme1.xml><?xml version="1.0" encoding="utf-8"?>
<a:theme xmlns:a="http://schemas.openxmlformats.org/drawingml/2006/main" name="Text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EF43B0354EFF4499B052672E1C9EDAC" ma:contentTypeVersion="15" ma:contentTypeDescription="Create a new document." ma:contentTypeScope="" ma:versionID="24957cc1ef7dd370b76a571aff5ec283">
  <xsd:schema xmlns:xsd="http://www.w3.org/2001/XMLSchema" xmlns:xs="http://www.w3.org/2001/XMLSchema" xmlns:p="http://schemas.microsoft.com/office/2006/metadata/properties" xmlns:ns2="3817fea5-0b2b-44d3-8c9e-c4974882ed0b" xmlns:ns3="27eec5c2-362f-41ec-ac3a-2c391fbc40eb" targetNamespace="http://schemas.microsoft.com/office/2006/metadata/properties" ma:root="true" ma:fieldsID="d1ea668a13c105727f67a218ba15431e" ns2:_="" ns3:_="">
    <xsd:import namespace="3817fea5-0b2b-44d3-8c9e-c4974882ed0b"/>
    <xsd:import namespace="27eec5c2-362f-41ec-ac3a-2c391fbc40e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17fea5-0b2b-44d3-8c9e-c4974882ed0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98a23407-3486-42cf-ae1c-b1895a0edaf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eec5c2-362f-41ec-ac3a-2c391fbc40eb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1569f1cc-cdca-412c-a3a3-cbce3a999cd3}" ma:internalName="TaxCatchAll" ma:showField="CatchAllData" ma:web="27eec5c2-362f-41ec-ac3a-2c391fbc40e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4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7eec5c2-362f-41ec-ac3a-2c391fbc40eb" xsi:nil="true"/>
    <lcf76f155ced4ddcb4097134ff3c332f xmlns="3817fea5-0b2b-44d3-8c9e-c4974882ed0b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3A5AA7B-179D-4301-8F64-409B2303B7C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817fea5-0b2b-44d3-8c9e-c4974882ed0b"/>
    <ds:schemaRef ds:uri="27eec5c2-362f-41ec-ac3a-2c391fbc40e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8681781-16FF-47D3-BB1F-7DE4D77508B2}">
  <ds:schemaRefs>
    <ds:schemaRef ds:uri="http://www.w3.org/XML/1998/namespace"/>
    <ds:schemaRef ds:uri="27eec5c2-362f-41ec-ac3a-2c391fbc40eb"/>
    <ds:schemaRef ds:uri="http://purl.org/dc/dcmitype/"/>
    <ds:schemaRef ds:uri="http://schemas.microsoft.com/office/2006/documentManagement/types"/>
    <ds:schemaRef ds:uri="http://purl.org/dc/terms/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3817fea5-0b2b-44d3-8c9e-c4974882ed0b"/>
  </ds:schemaRefs>
</ds:datastoreItem>
</file>

<file path=customXml/itemProps3.xml><?xml version="1.0" encoding="utf-8"?>
<ds:datastoreItem xmlns:ds="http://schemas.openxmlformats.org/officeDocument/2006/customXml" ds:itemID="{7B0FC684-2B35-47AD-90DC-087008F02EC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820</TotalTime>
  <Words>740</Words>
  <Application>Microsoft Macintosh PowerPoint</Application>
  <PresentationFormat>Widescreen</PresentationFormat>
  <Paragraphs>176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Aptos</vt:lpstr>
      <vt:lpstr>Arial</vt:lpstr>
      <vt:lpstr>Arial Narrow</vt:lpstr>
      <vt:lpstr>Calibri</vt:lpstr>
      <vt:lpstr>Courier New</vt:lpstr>
      <vt:lpstr>Text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Statistical interference using Resampling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Georgie Constantinescu</dc:creator>
  <cp:lastModifiedBy>Jozef Madzo</cp:lastModifiedBy>
  <cp:revision>18</cp:revision>
  <cp:lastPrinted>2025-03-18T17:39:31Z</cp:lastPrinted>
  <dcterms:created xsi:type="dcterms:W3CDTF">2022-10-05T20:56:40Z</dcterms:created>
  <dcterms:modified xsi:type="dcterms:W3CDTF">2025-03-18T17:40:27Z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0x0101003EF43B0354EFF4499B052672E1C9EDAC</vt:lpwstr>
  </property>
</Properties>
</file>